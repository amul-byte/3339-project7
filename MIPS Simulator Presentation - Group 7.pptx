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08" r:id="rId1"/>
    <p:sldMasterId id="2147483709"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6858000" cy="9144000"/>
  <p:embeddedFontLst>
    <p:embeddedFont>
      <p:font typeface="IBM Plex Sans" panose="020B0503050203000203" pitchFamily="34" charset="0"/>
      <p:regular r:id="rId15"/>
      <p:bold r:id="rId16"/>
      <p:italic r:id="rId17"/>
      <p:boldItalic r:id="rId18"/>
    </p:embeddedFont>
    <p:embeddedFont>
      <p:font typeface="IBM Plex Sans Medium" panose="020B0603050203000203" pitchFamily="34" charset="0"/>
      <p:regular r:id="rId19"/>
      <p:bold r:id="rId20"/>
      <p:italic r:id="rId21"/>
      <p:boldItalic r:id="rId22"/>
    </p:embeddedFont>
    <p:embeddedFont>
      <p:font typeface="IBM Plex Sans SemiBold" panose="020B0703050203000203" pitchFamily="34" charset="0"/>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Sora" panose="020B0604020202020204" charset="0"/>
      <p:regular r:id="rId31"/>
      <p:bold r:id="rId32"/>
    </p:embeddedFont>
    <p:embeddedFont>
      <p:font typeface="Sora ExtraLight" panose="020B0604020202020204" charset="0"/>
      <p:regular r:id="rId33"/>
      <p:bold r:id="rId34"/>
    </p:embeddedFont>
    <p:embeddedFont>
      <p:font typeface="Sora Light" panose="020B0604020202020204" charset="0"/>
      <p:regular r:id="rId35"/>
      <p:bold r:id="rId36"/>
    </p:embeddedFont>
    <p:embeddedFont>
      <p:font typeface="Sora Medium" panose="020B0604020202020204" charset="0"/>
      <p:regular r:id="rId37"/>
      <p:bold r:id="rId38"/>
    </p:embeddedFont>
    <p:embeddedFont>
      <p:font typeface="Sora SemiBold" panose="020B060402020202020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font" Target="fonts/font25.fntdata"/><Relationship Id="rId21" Type="http://schemas.openxmlformats.org/officeDocument/2006/relationships/font" Target="fonts/font7.fntdata"/><Relationship Id="rId34" Type="http://schemas.openxmlformats.org/officeDocument/2006/relationships/font" Target="fonts/font20.fntdata"/><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font" Target="fonts/font23.fntdata"/><Relationship Id="rId40" Type="http://schemas.openxmlformats.org/officeDocument/2006/relationships/font" Target="fonts/font26.fntdata"/><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font" Target="fonts/font22.fntdata"/><Relationship Id="rId10" Type="http://schemas.openxmlformats.org/officeDocument/2006/relationships/slide" Target="slides/slide8.xml"/><Relationship Id="rId19" Type="http://schemas.openxmlformats.org/officeDocument/2006/relationships/font" Target="fonts/font5.fntdata"/><Relationship Id="rId31" Type="http://schemas.openxmlformats.org/officeDocument/2006/relationships/font" Target="fonts/font17.fntdata"/><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font" Target="fonts/font21.fntdata"/><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font" Target="fonts/font2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medium.com/@csoham358/a-beginners-guide-to-risc-and-cisc-architectures-fc9af424db3b"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3e06661d51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3e06661d5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Today we’ll be presenting our MIPS Simulator project. This project focuses on simulating how a MIPS processor executes instructions step by step, helping us better understand computer architecture.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3e06661d51d_0_15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9" name="Google Shape;989;g3e06661d51d_0_15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MIPS is a RISC, otherwise known as a reduced instruction set computer,architecture, which means it uses a small set of simple instructions. This makes it easier to understand how a CPU works internally by using a simple fast and efficient instruction set. Diagram: </a:t>
            </a:r>
            <a:r>
              <a:rPr lang="en" u="sng" dirty="0">
                <a:solidFill>
                  <a:schemeClr val="hlink"/>
                </a:solidFill>
                <a:hlinkClick r:id="rId3"/>
              </a:rPr>
              <a:t>https://medium.com/@csoham358/a-beginners-guide-to-risc-and-cisc-architectures-fc9af424db3b</a:t>
            </a:r>
            <a:endParaRPr dirty="0"/>
          </a:p>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3e06661d51d_0_15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3e06661d51d_0_1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simulator takes MIPS instructions as input and processes them through simulated CPU components, producing outputs like register values and memory updates.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3e06661d51d_0_16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8" name="Google Shape;1008;g3e06661d51d_0_1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 the core components we simulated. Each one plays a role in executing instructions, similar to a real CPU. </a:t>
            </a:r>
            <a:r>
              <a:rPr lang="en">
                <a:solidFill>
                  <a:schemeClr val="dk1"/>
                </a:solidFill>
              </a:rPr>
              <a:t>Internally, our simulator follows this pipeline for each instruction, ensuring accurate execution.“Our simulator models a full 5-stage MIPS pipeline, including IF, ID, EX, MEM, and WB stages. Each stage communicates through pipeline registers such as IF/ID and ID/EX, allowing multiple instructions to be processed simultaneously.</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We also implemented control signals and a debug mode that shows the state of the pipeline at each cycle.</a:t>
            </a:r>
            <a:endParaRPr>
              <a:solidFill>
                <a:schemeClr val="dk1"/>
              </a:solidFill>
            </a:endParaRPr>
          </a:p>
          <a:p>
            <a:pPr marL="0" lvl="0" indent="0" algn="l" rtl="0">
              <a:lnSpc>
                <a:spcPct val="115000"/>
              </a:lnSpc>
              <a:spcBef>
                <a:spcPts val="1200"/>
              </a:spcBef>
              <a:spcAft>
                <a:spcPts val="1200"/>
              </a:spcAft>
              <a:buClr>
                <a:schemeClr val="dk1"/>
              </a:buClr>
              <a:buSzPts val="1100"/>
              <a:buFont typeface="Arial"/>
              <a:buNone/>
            </a:pPr>
            <a:r>
              <a:rPr lang="en">
                <a:solidFill>
                  <a:schemeClr val="dk1"/>
                </a:solidFill>
              </a:rPr>
              <a:t>For simplicity, we assume no data or control hazards, so we do not implement forwarding or pipeline flushing.”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5"/>
        <p:cNvGrpSpPr/>
        <p:nvPr/>
      </p:nvGrpSpPr>
      <p:grpSpPr>
        <a:xfrm>
          <a:off x="0" y="0"/>
          <a:ext cx="0" cy="0"/>
          <a:chOff x="0" y="0"/>
          <a:chExt cx="0" cy="0"/>
        </a:xfrm>
      </p:grpSpPr>
      <p:sp>
        <p:nvSpPr>
          <p:cNvPr id="1016" name="Google Shape;1016;g3e06661d51d_0_16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7" name="Google Shape;1017;g3e06661d51d_0_16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Every instruction goes through this cycle. Our simulator models each of these stages step by step.</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3e06661d51d_0_16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5" name="Google Shape;1035;g3e06661d51d_0_1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MIPS instructions come in three formats. Our simulator parses each format differently depending on the instruction type.This example shows how two register values are added in the ALU, and the result is stored in another register.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3e06661d51d_0_17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3e06661d51d_0_1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Internally, our simulator follows this pipeline for each instruction, ensuring accurate execution.“Our simulator models a full 5-stage MIPS pipeline, including IF, ID, EX, MEM, and WB stages. Each stage communicates through pipeline registers such as IF/ID and ID/EX, allowing multiple instructions to be processed simultaneously.</a:t>
            </a:r>
            <a:endParaRPr/>
          </a:p>
          <a:p>
            <a:pPr marL="0" lvl="0" indent="0" algn="l" rtl="0">
              <a:lnSpc>
                <a:spcPct val="115000"/>
              </a:lnSpc>
              <a:spcBef>
                <a:spcPts val="1200"/>
              </a:spcBef>
              <a:spcAft>
                <a:spcPts val="0"/>
              </a:spcAft>
              <a:buClr>
                <a:schemeClr val="dk1"/>
              </a:buClr>
              <a:buSzPts val="1100"/>
              <a:buFont typeface="Arial"/>
              <a:buNone/>
            </a:pPr>
            <a:r>
              <a:rPr lang="en"/>
              <a:t>We also implemented control signals and a debug mode that shows the state of the pipeline at each cycle.</a:t>
            </a:r>
            <a:endParaRPr/>
          </a:p>
          <a:p>
            <a:pPr marL="0" lvl="0" indent="0" algn="l" rtl="0">
              <a:lnSpc>
                <a:spcPct val="115000"/>
              </a:lnSpc>
              <a:spcBef>
                <a:spcPts val="1200"/>
              </a:spcBef>
              <a:spcAft>
                <a:spcPts val="0"/>
              </a:spcAft>
              <a:buClr>
                <a:schemeClr val="dk1"/>
              </a:buClr>
              <a:buSzPts val="1100"/>
              <a:buFont typeface="Arial"/>
              <a:buNone/>
            </a:pPr>
            <a:r>
              <a:rPr lang="en"/>
              <a:t>For simplicity, we assume no data or control hazards, so we do not implement forwarding or pipeline flushing.”</a:t>
            </a:r>
            <a:endParaRPr/>
          </a:p>
          <a:p>
            <a:pPr marL="0" lvl="0" indent="0" algn="l" rtl="0">
              <a:spcBef>
                <a:spcPts val="120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3e06661d51d_0_17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3e06661d51d_0_17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simulator successfully executes instructions and updates registers and memory correctly.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g3e6122ffdd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6" name="Google Shape;1066;g3e6122ffdd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Some thing we discussed we could improve on was creating a better graphical interface for the MIPS simulator. I didn’t really come up with a fancyway to output our final register states in decimal and our final memory state, and to improve I would probably spend a lot more time trying to create a more visually appealing GUI. Another improvement that the assignment mentioned was error handling. Our current program doesnt really handle any kind of exception handling, so if I wanted this program to be even more extensive I would spend more time recognizing possible hazards and how to implement handling for them such as forwarding or pipeline flushing.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3e06661d51d_0_17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3e06661d51d_0_17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Possible questions: how to improve it? - There are several ways we can expand this project, especially by adding pipelining and a graphical interface. We could also add error handling to protect against common errors seen in mips simulators - last slide.</a:t>
            </a:r>
            <a:endParaRPr/>
          </a:p>
          <a:p>
            <a:pPr marL="0" lvl="0" indent="0" algn="l" rtl="0">
              <a:spcBef>
                <a:spcPts val="0"/>
              </a:spcBef>
              <a:spcAft>
                <a:spcPts val="0"/>
              </a:spcAft>
              <a:buNone/>
            </a:pPr>
            <a:endParaRPr/>
          </a:p>
          <a:p>
            <a:pPr marL="0" lvl="0" indent="0" algn="l" rtl="0">
              <a:spcBef>
                <a:spcPts val="0"/>
              </a:spcBef>
              <a:spcAft>
                <a:spcPts val="0"/>
              </a:spcAft>
              <a:buNone/>
            </a:pPr>
            <a:r>
              <a:rPr lang="en"/>
              <a:t>What is forwarding/pipeline flushing: </a:t>
            </a:r>
            <a:r>
              <a:rPr lang="en" sz="1200">
                <a:solidFill>
                  <a:srgbClr val="0A0A0A"/>
                </a:solidFill>
                <a:highlight>
                  <a:srgbClr val="FFFFFF"/>
                </a:highlight>
                <a:latin typeface="Roboto"/>
                <a:ea typeface="Roboto"/>
                <a:cs typeface="Roboto"/>
                <a:sym typeface="Roboto"/>
              </a:rPr>
              <a:t>Forwarding and pipeline flushing are </a:t>
            </a:r>
            <a:r>
              <a:rPr lang="en" sz="1200">
                <a:solidFill>
                  <a:srgbClr val="001D35"/>
                </a:solidFill>
                <a:latin typeface="Roboto"/>
                <a:ea typeface="Roboto"/>
                <a:cs typeface="Roboto"/>
                <a:sym typeface="Roboto"/>
              </a:rPr>
              <a:t>techniques used in computer processor design to manage hazards in a pipelined architecture, ensuring correct execution while maintaining high performance</a:t>
            </a:r>
            <a:r>
              <a:rPr lang="en" sz="1200">
                <a:solidFill>
                  <a:srgbClr val="0A0A0A"/>
                </a:solidFill>
                <a:highlight>
                  <a:srgbClr val="FFFFFF"/>
                </a:highlight>
                <a:latin typeface="Roboto"/>
                <a:ea typeface="Roboto"/>
                <a:cs typeface="Roboto"/>
                <a:sym typeface="Roboto"/>
              </a:rPr>
              <a:t>. Forwarding resolves data dependencies by bypassing the register file, whereas flushing clears incorrect instructions from the pipeline following a branch misprediction</a:t>
            </a:r>
            <a:endParaRPr sz="1200">
              <a:solidFill>
                <a:srgbClr val="0A0A0A"/>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0A0A0A"/>
              </a:solidFill>
              <a:highlight>
                <a:srgbClr val="FFFFFF"/>
              </a:highlight>
              <a:latin typeface="Roboto"/>
              <a:ea typeface="Roboto"/>
              <a:cs typeface="Roboto"/>
              <a:sym typeface="Roboto"/>
            </a:endParaRPr>
          </a:p>
          <a:p>
            <a:pPr marL="0" lvl="0" indent="0" algn="l" rtl="0">
              <a:spcBef>
                <a:spcPts val="0"/>
              </a:spcBef>
              <a:spcAft>
                <a:spcPts val="0"/>
              </a:spcAft>
              <a:buNone/>
            </a:pPr>
            <a:r>
              <a:rPr lang="en" sz="1200">
                <a:solidFill>
                  <a:srgbClr val="0A0A0A"/>
                </a:solidFill>
                <a:highlight>
                  <a:srgbClr val="FFFFFF"/>
                </a:highlight>
                <a:latin typeface="Roboto"/>
                <a:ea typeface="Roboto"/>
                <a:cs typeface="Roboto"/>
                <a:sym typeface="Roboto"/>
              </a:rPr>
              <a:t>If someone asks about BEQ and J instruction: The BEQ instruction conditionally changes the program counter based on a comparison. In our case, since the values are equal, the branch is taken and execution jumps directly to the label "skip".</a:t>
            </a:r>
            <a:endParaRPr sz="1200">
              <a:solidFill>
                <a:srgbClr val="0A0A0A"/>
              </a:solidFill>
              <a:highlight>
                <a:srgbClr val="FFFFFF"/>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 sz="1200">
                <a:solidFill>
                  <a:srgbClr val="0A0A0A"/>
                </a:solidFill>
                <a:highlight>
                  <a:srgbClr val="FFFFFF"/>
                </a:highlight>
                <a:latin typeface="Roboto"/>
                <a:ea typeface="Roboto"/>
                <a:cs typeface="Roboto"/>
                <a:sym typeface="Roboto"/>
              </a:rPr>
              <a:t>This means the J instruction is completely bypassed. If the branch had not been taken, execution would continue sequentially and eventually hit the J instruction, which would then unconditionally jump to "end".</a:t>
            </a:r>
            <a:endParaRPr sz="1200">
              <a:solidFill>
                <a:srgbClr val="0A0A0A"/>
              </a:solidFill>
              <a:highlight>
                <a:srgbClr val="FFFFFF"/>
              </a:highlight>
              <a:latin typeface="Roboto"/>
              <a:ea typeface="Roboto"/>
              <a:cs typeface="Roboto"/>
              <a:sym typeface="Roboto"/>
            </a:endParaRPr>
          </a:p>
          <a:p>
            <a:pPr marL="0" lvl="0" indent="0" algn="l" rtl="0">
              <a:lnSpc>
                <a:spcPct val="115000"/>
              </a:lnSpc>
              <a:spcBef>
                <a:spcPts val="1200"/>
              </a:spcBef>
              <a:spcAft>
                <a:spcPts val="0"/>
              </a:spcAft>
              <a:buClr>
                <a:schemeClr val="dk1"/>
              </a:buClr>
              <a:buSzPts val="1100"/>
              <a:buFont typeface="Arial"/>
              <a:buNone/>
            </a:pPr>
            <a:r>
              <a:rPr lang="en" sz="1200">
                <a:solidFill>
                  <a:srgbClr val="0A0A0A"/>
                </a:solidFill>
                <a:highlight>
                  <a:srgbClr val="FFFFFF"/>
                </a:highlight>
                <a:latin typeface="Roboto"/>
                <a:ea typeface="Roboto"/>
                <a:cs typeface="Roboto"/>
                <a:sym typeface="Roboto"/>
              </a:rPr>
              <a:t>This demonstrates how conditional and unconditional jumps interact in control flow.</a:t>
            </a:r>
            <a:endParaRPr sz="1200">
              <a:solidFill>
                <a:srgbClr val="0A0A0A"/>
              </a:solidFill>
              <a:highlight>
                <a:srgbClr val="FFFFFF"/>
              </a:highlight>
              <a:latin typeface="Roboto"/>
              <a:ea typeface="Roboto"/>
              <a:cs typeface="Roboto"/>
              <a:sym typeface="Roboto"/>
            </a:endParaRPr>
          </a:p>
          <a:p>
            <a:pPr marL="0" lvl="0" indent="0" algn="l" rtl="0">
              <a:spcBef>
                <a:spcPts val="1200"/>
              </a:spcBef>
              <a:spcAft>
                <a:spcPts val="0"/>
              </a:spcAft>
              <a:buNone/>
            </a:pPr>
            <a:endParaRPr sz="1200">
              <a:solidFill>
                <a:srgbClr val="0A0A0A"/>
              </a:solidFill>
              <a:highlight>
                <a:srgbClr val="FFFFFF"/>
              </a:highlight>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3e06661d51d_0_5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3e06661d51d_0_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 Alt 2">
  <p:cSld name="BLANK_2">
    <p:bg>
      <p:bgPr>
        <a:solidFill>
          <a:schemeClr val="lt1"/>
        </a:solidFill>
        <a:effectLst/>
      </p:bgPr>
    </p:bg>
    <p:spTree>
      <p:nvGrpSpPr>
        <p:cNvPr id="1" name="Shape 55"/>
        <p:cNvGrpSpPr/>
        <p:nvPr/>
      </p:nvGrpSpPr>
      <p:grpSpPr>
        <a:xfrm>
          <a:off x="0" y="0"/>
          <a:ext cx="0" cy="0"/>
          <a:chOff x="0" y="0"/>
          <a:chExt cx="0" cy="0"/>
        </a:xfrm>
      </p:grpSpPr>
      <p:sp>
        <p:nvSpPr>
          <p:cNvPr id="56" name="Google Shape;56;p14"/>
          <p:cNvSpPr txBox="1">
            <a:spLocks noGrp="1"/>
          </p:cNvSpPr>
          <p:nvPr>
            <p:ph type="subTitle" idx="1"/>
          </p:nvPr>
        </p:nvSpPr>
        <p:spPr>
          <a:xfrm>
            <a:off x="130200" y="4291350"/>
            <a:ext cx="4922100" cy="739200"/>
          </a:xfrm>
          <a:prstGeom prst="rect">
            <a:avLst/>
          </a:prstGeom>
        </p:spPr>
        <p:txBody>
          <a:bodyPr spcFirstLastPara="1" wrap="square" lIns="91425" tIns="91425" rIns="91425" bIns="91425" anchor="b" anchorCtr="0">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57" name="Google Shape;57;p14"/>
          <p:cNvSpPr/>
          <p:nvPr/>
        </p:nvSpPr>
        <p:spPr>
          <a:xfrm rot="-900003">
            <a:off x="2618331" y="-723216"/>
            <a:ext cx="4001240" cy="1687704"/>
          </a:xfrm>
          <a:prstGeom prst="chord">
            <a:avLst>
              <a:gd name="adj1" fmla="val 694140"/>
              <a:gd name="adj2" fmla="val 11948531"/>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 name="Google Shape;58;p14"/>
          <p:cNvSpPr txBox="1">
            <a:spLocks noGrp="1"/>
          </p:cNvSpPr>
          <p:nvPr>
            <p:ph type="subTitle" idx="2"/>
          </p:nvPr>
        </p:nvSpPr>
        <p:spPr>
          <a:xfrm>
            <a:off x="138475" y="228600"/>
            <a:ext cx="2164500" cy="3387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59" name="Google Shape;59;p14"/>
          <p:cNvSpPr/>
          <p:nvPr/>
        </p:nvSpPr>
        <p:spPr>
          <a:xfrm>
            <a:off x="228600" y="4445350"/>
            <a:ext cx="4823700" cy="21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60" name="Google Shape;60;p14"/>
          <p:cNvGrpSpPr/>
          <p:nvPr/>
        </p:nvGrpSpPr>
        <p:grpSpPr>
          <a:xfrm rot="10800000" flipH="1">
            <a:off x="4395238" y="-11"/>
            <a:ext cx="4748757" cy="2797859"/>
            <a:chOff x="3200875" y="1642950"/>
            <a:chExt cx="5970275" cy="3517550"/>
          </a:xfrm>
        </p:grpSpPr>
        <p:sp>
          <p:nvSpPr>
            <p:cNvPr id="61" name="Google Shape;61;p14"/>
            <p:cNvSpPr/>
            <p:nvPr/>
          </p:nvSpPr>
          <p:spPr>
            <a:xfrm>
              <a:off x="4208325" y="1644500"/>
              <a:ext cx="4962825" cy="3516000"/>
            </a:xfrm>
            <a:custGeom>
              <a:avLst/>
              <a:gdLst/>
              <a:ahLst/>
              <a:cxnLst/>
              <a:rect l="l" t="t" r="r" b="b"/>
              <a:pathLst>
                <a:path w="198513" h="140640" extrusionOk="0">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txBody>
            <a:bodyPr/>
            <a:lstStyle/>
            <a:p>
              <a:endParaRPr lang="en-US"/>
            </a:p>
          </p:txBody>
        </p:sp>
        <p:sp>
          <p:nvSpPr>
            <p:cNvPr id="62" name="Google Shape;62;p14"/>
            <p:cNvSpPr/>
            <p:nvPr/>
          </p:nvSpPr>
          <p:spPr>
            <a:xfrm>
              <a:off x="3200875" y="1642950"/>
              <a:ext cx="1795975" cy="3517550"/>
            </a:xfrm>
            <a:custGeom>
              <a:avLst/>
              <a:gdLst/>
              <a:ahLst/>
              <a:cxnLst/>
              <a:rect l="l" t="t" r="r" b="b"/>
              <a:pathLst>
                <a:path w="71839" h="140702" extrusionOk="0">
                  <a:moveTo>
                    <a:pt x="71839" y="0"/>
                  </a:moveTo>
                  <a:lnTo>
                    <a:pt x="40808" y="140702"/>
                  </a:lnTo>
                  <a:lnTo>
                    <a:pt x="0" y="140702"/>
                  </a:lnTo>
                  <a:close/>
                </a:path>
              </a:pathLst>
            </a:custGeom>
            <a:solidFill>
              <a:schemeClr val="accent5"/>
            </a:solidFill>
            <a:ln>
              <a:noFill/>
            </a:ln>
          </p:spPr>
          <p:txBody>
            <a:bodyPr/>
            <a:lstStyle/>
            <a:p>
              <a:endParaRPr lang="en-US"/>
            </a:p>
          </p:txBody>
        </p:sp>
      </p:grpSp>
      <p:grpSp>
        <p:nvGrpSpPr>
          <p:cNvPr id="63" name="Google Shape;63;p14"/>
          <p:cNvGrpSpPr/>
          <p:nvPr/>
        </p:nvGrpSpPr>
        <p:grpSpPr>
          <a:xfrm flipH="1">
            <a:off x="6309311" y="2793726"/>
            <a:ext cx="2834695" cy="1890116"/>
            <a:chOff x="312900" y="2793625"/>
            <a:chExt cx="2221200" cy="1481050"/>
          </a:xfrm>
        </p:grpSpPr>
        <p:grpSp>
          <p:nvGrpSpPr>
            <p:cNvPr id="64" name="Google Shape;64;p14"/>
            <p:cNvGrpSpPr/>
            <p:nvPr/>
          </p:nvGrpSpPr>
          <p:grpSpPr>
            <a:xfrm>
              <a:off x="312900" y="2793625"/>
              <a:ext cx="1851000" cy="1481050"/>
              <a:chOff x="461225" y="3249175"/>
              <a:chExt cx="1851000" cy="1481050"/>
            </a:xfrm>
          </p:grpSpPr>
          <p:grpSp>
            <p:nvGrpSpPr>
              <p:cNvPr id="65" name="Google Shape;65;p14"/>
              <p:cNvGrpSpPr/>
              <p:nvPr/>
            </p:nvGrpSpPr>
            <p:grpSpPr>
              <a:xfrm>
                <a:off x="461225" y="3249175"/>
                <a:ext cx="1851000" cy="370200"/>
                <a:chOff x="461225" y="3249175"/>
                <a:chExt cx="1851000" cy="370200"/>
              </a:xfrm>
            </p:grpSpPr>
            <p:sp>
              <p:nvSpPr>
                <p:cNvPr id="66" name="Google Shape;66;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7" name="Google Shape;67;p14"/>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8" name="Google Shape;68;p14"/>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69" name="Google Shape;69;p14"/>
              <p:cNvGrpSpPr/>
              <p:nvPr/>
            </p:nvGrpSpPr>
            <p:grpSpPr>
              <a:xfrm>
                <a:off x="461225" y="3619500"/>
                <a:ext cx="1480800" cy="370200"/>
                <a:chOff x="461225" y="3249175"/>
                <a:chExt cx="1480800" cy="370200"/>
              </a:xfrm>
            </p:grpSpPr>
            <p:sp>
              <p:nvSpPr>
                <p:cNvPr id="70" name="Google Shape;70;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1" name="Google Shape;71;p14"/>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 name="Google Shape;72;p14"/>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 name="Google Shape;73;p14"/>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4" name="Google Shape;74;p14"/>
              <p:cNvGrpSpPr/>
              <p:nvPr/>
            </p:nvGrpSpPr>
            <p:grpSpPr>
              <a:xfrm>
                <a:off x="461225" y="3989700"/>
                <a:ext cx="1851000" cy="370200"/>
                <a:chOff x="461225" y="3249175"/>
                <a:chExt cx="1851000" cy="370200"/>
              </a:xfrm>
            </p:grpSpPr>
            <p:sp>
              <p:nvSpPr>
                <p:cNvPr id="75" name="Google Shape;75;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 name="Google Shape;76;p14"/>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 name="Google Shape;77;p14"/>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8" name="Google Shape;78;p14"/>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9" name="Google Shape;79;p14"/>
              <p:cNvGrpSpPr/>
              <p:nvPr/>
            </p:nvGrpSpPr>
            <p:grpSpPr>
              <a:xfrm>
                <a:off x="461225" y="4360025"/>
                <a:ext cx="1480800" cy="370200"/>
                <a:chOff x="461225" y="3249175"/>
                <a:chExt cx="1480800" cy="370200"/>
              </a:xfrm>
            </p:grpSpPr>
            <p:sp>
              <p:nvSpPr>
                <p:cNvPr id="80" name="Google Shape;80;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 name="Google Shape;81;p14"/>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82" name="Google Shape;82;p14"/>
            <p:cNvSpPr/>
            <p:nvPr/>
          </p:nvSpPr>
          <p:spPr>
            <a:xfrm>
              <a:off x="2163900" y="390358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83" name="Google Shape;83;p14"/>
          <p:cNvSpPr txBox="1">
            <a:spLocks noGrp="1"/>
          </p:cNvSpPr>
          <p:nvPr>
            <p:ph type="title"/>
          </p:nvPr>
        </p:nvSpPr>
        <p:spPr>
          <a:xfrm>
            <a:off x="74600" y="2891050"/>
            <a:ext cx="5876700" cy="1440000"/>
          </a:xfrm>
          <a:prstGeom prst="rect">
            <a:avLst/>
          </a:prstGeom>
        </p:spPr>
        <p:txBody>
          <a:bodyPr spcFirstLastPara="1" wrap="square" lIns="91425" tIns="91425" rIns="91425" bIns="91425" anchor="b" anchorCtr="0">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a:endParaRPr/>
          </a:p>
        </p:txBody>
      </p:sp>
      <p:sp>
        <p:nvSpPr>
          <p:cNvPr id="84" name="Google Shape;84;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 Alt 1">
  <p:cSld name="BLANK_1_1_3">
    <p:spTree>
      <p:nvGrpSpPr>
        <p:cNvPr id="1" name="Shape 85"/>
        <p:cNvGrpSpPr/>
        <p:nvPr/>
      </p:nvGrpSpPr>
      <p:grpSpPr>
        <a:xfrm>
          <a:off x="0" y="0"/>
          <a:ext cx="0" cy="0"/>
          <a:chOff x="0" y="0"/>
          <a:chExt cx="0" cy="0"/>
        </a:xfrm>
      </p:grpSpPr>
      <p:grpSp>
        <p:nvGrpSpPr>
          <p:cNvPr id="86" name="Google Shape;86;p15"/>
          <p:cNvGrpSpPr/>
          <p:nvPr/>
        </p:nvGrpSpPr>
        <p:grpSpPr>
          <a:xfrm flipH="1">
            <a:off x="6169505" y="2816179"/>
            <a:ext cx="2979740" cy="1986829"/>
            <a:chOff x="312900" y="2793625"/>
            <a:chExt cx="2221200" cy="1481050"/>
          </a:xfrm>
        </p:grpSpPr>
        <p:grpSp>
          <p:nvGrpSpPr>
            <p:cNvPr id="87" name="Google Shape;87;p15"/>
            <p:cNvGrpSpPr/>
            <p:nvPr/>
          </p:nvGrpSpPr>
          <p:grpSpPr>
            <a:xfrm>
              <a:off x="312900" y="2793625"/>
              <a:ext cx="1851000" cy="1481050"/>
              <a:chOff x="461225" y="3249175"/>
              <a:chExt cx="1851000" cy="1481050"/>
            </a:xfrm>
          </p:grpSpPr>
          <p:grpSp>
            <p:nvGrpSpPr>
              <p:cNvPr id="88" name="Google Shape;88;p15"/>
              <p:cNvGrpSpPr/>
              <p:nvPr/>
            </p:nvGrpSpPr>
            <p:grpSpPr>
              <a:xfrm>
                <a:off x="461225" y="3249175"/>
                <a:ext cx="1851000" cy="370200"/>
                <a:chOff x="461225" y="3249175"/>
                <a:chExt cx="1851000" cy="370200"/>
              </a:xfrm>
            </p:grpSpPr>
            <p:sp>
              <p:nvSpPr>
                <p:cNvPr id="89" name="Google Shape;89;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0" name="Google Shape;90;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1" name="Google Shape;91;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2" name="Google Shape;92;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3" name="Google Shape;93;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94" name="Google Shape;94;p15"/>
              <p:cNvGrpSpPr/>
              <p:nvPr/>
            </p:nvGrpSpPr>
            <p:grpSpPr>
              <a:xfrm>
                <a:off x="461225" y="3619500"/>
                <a:ext cx="1851000" cy="370200"/>
                <a:chOff x="461225" y="3249175"/>
                <a:chExt cx="1851000" cy="370200"/>
              </a:xfrm>
            </p:grpSpPr>
            <p:sp>
              <p:nvSpPr>
                <p:cNvPr id="95" name="Google Shape;95;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6" name="Google Shape;96;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7" name="Google Shape;97;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8" name="Google Shape;98;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9" name="Google Shape;99;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00" name="Google Shape;100;p15"/>
              <p:cNvGrpSpPr/>
              <p:nvPr/>
            </p:nvGrpSpPr>
            <p:grpSpPr>
              <a:xfrm>
                <a:off x="461225" y="3989700"/>
                <a:ext cx="1851000" cy="370200"/>
                <a:chOff x="461225" y="3249175"/>
                <a:chExt cx="1851000" cy="370200"/>
              </a:xfrm>
            </p:grpSpPr>
            <p:sp>
              <p:nvSpPr>
                <p:cNvPr id="101" name="Google Shape;101;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2" name="Google Shape;102;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3" name="Google Shape;103;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4" name="Google Shape;104;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5" name="Google Shape;105;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06" name="Google Shape;106;p15"/>
              <p:cNvGrpSpPr/>
              <p:nvPr/>
            </p:nvGrpSpPr>
            <p:grpSpPr>
              <a:xfrm>
                <a:off x="461225" y="4360025"/>
                <a:ext cx="1851000" cy="370200"/>
                <a:chOff x="461225" y="3249175"/>
                <a:chExt cx="1851000" cy="370200"/>
              </a:xfrm>
            </p:grpSpPr>
            <p:sp>
              <p:nvSpPr>
                <p:cNvPr id="107" name="Google Shape;107;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8" name="Google Shape;108;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9" name="Google Shape;109;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0" name="Google Shape;110;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1" name="Google Shape;111;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112" name="Google Shape;112;p15"/>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113" name="Google Shape;113;p15"/>
          <p:cNvSpPr/>
          <p:nvPr/>
        </p:nvSpPr>
        <p:spPr>
          <a:xfrm flipH="1">
            <a:off x="12" y="3308203"/>
            <a:ext cx="9143963" cy="1835315"/>
          </a:xfrm>
          <a:custGeom>
            <a:avLst/>
            <a:gdLst/>
            <a:ahLst/>
            <a:cxnLst/>
            <a:rect l="l" t="t" r="r" b="b"/>
            <a:pathLst>
              <a:path w="61561" h="29205" extrusionOk="0">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114" name="Google Shape;114;p15"/>
          <p:cNvSpPr/>
          <p:nvPr/>
        </p:nvSpPr>
        <p:spPr>
          <a:xfrm>
            <a:off x="11" y="2611497"/>
            <a:ext cx="725708" cy="1448283"/>
          </a:xfrm>
          <a:custGeom>
            <a:avLst/>
            <a:gdLst/>
            <a:ahLst/>
            <a:cxnLst/>
            <a:rect l="l" t="t" r="r" b="b"/>
            <a:pathLst>
              <a:path w="25297" h="50476" extrusionOk="0">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5" name="Google Shape;115;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6" name="Google Shape;116;p15"/>
          <p:cNvSpPr/>
          <p:nvPr/>
        </p:nvSpPr>
        <p:spPr>
          <a:xfrm rot="-5400000" flipH="1">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7" name="Google Shape;117;p15"/>
          <p:cNvSpPr txBox="1">
            <a:spLocks noGrp="1"/>
          </p:cNvSpPr>
          <p:nvPr>
            <p:ph type="title"/>
          </p:nvPr>
        </p:nvSpPr>
        <p:spPr>
          <a:xfrm>
            <a:off x="115025" y="502775"/>
            <a:ext cx="4183800" cy="5877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118" name="Google Shape;118;p15"/>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119" name="Google Shape;119;p15"/>
          <p:cNvSpPr txBox="1">
            <a:spLocks noGrp="1"/>
          </p:cNvSpPr>
          <p:nvPr>
            <p:ph type="body" idx="1"/>
          </p:nvPr>
        </p:nvSpPr>
        <p:spPr>
          <a:xfrm>
            <a:off x="3511550" y="587150"/>
            <a:ext cx="4371600" cy="2526300"/>
          </a:xfrm>
          <a:prstGeom prst="rect">
            <a:avLst/>
          </a:prstGeom>
        </p:spPr>
        <p:txBody>
          <a:bodyPr spcFirstLastPara="1" wrap="square" lIns="91425" tIns="91425" rIns="91425" bIns="91425" anchor="t" anchorCtr="0">
            <a:noAutofit/>
          </a:bodyPr>
          <a:lstStyle>
            <a:lvl1pPr marL="457200" lvl="0" indent="-292100">
              <a:lnSpc>
                <a:spcPct val="115000"/>
              </a:lnSpc>
              <a:spcBef>
                <a:spcPts val="0"/>
              </a:spcBef>
              <a:spcAft>
                <a:spcPts val="0"/>
              </a:spcAft>
              <a:buClr>
                <a:schemeClr val="lt1"/>
              </a:buClr>
              <a:buSzPts val="1000"/>
              <a:buFont typeface="Sora"/>
              <a:buChar char="●"/>
              <a:defRPr sz="1000"/>
            </a:lvl1pPr>
            <a:lvl2pPr marL="914400" lvl="1" indent="-292100">
              <a:lnSpc>
                <a:spcPct val="115000"/>
              </a:lnSpc>
              <a:spcBef>
                <a:spcPts val="800"/>
              </a:spcBef>
              <a:spcAft>
                <a:spcPts val="0"/>
              </a:spcAft>
              <a:buClr>
                <a:schemeClr val="lt1"/>
              </a:buClr>
              <a:buSzPts val="1000"/>
              <a:buFont typeface="Sora"/>
              <a:buChar char="○"/>
              <a:defRPr sz="1000"/>
            </a:lvl2pPr>
            <a:lvl3pPr marL="1371600" lvl="2" indent="-292100">
              <a:lnSpc>
                <a:spcPct val="115000"/>
              </a:lnSpc>
              <a:spcBef>
                <a:spcPts val="800"/>
              </a:spcBef>
              <a:spcAft>
                <a:spcPts val="0"/>
              </a:spcAft>
              <a:buClr>
                <a:schemeClr val="lt1"/>
              </a:buClr>
              <a:buSzPts val="1000"/>
              <a:buFont typeface="Sora"/>
              <a:buChar char="■"/>
              <a:defRPr sz="1000"/>
            </a:lvl3pPr>
            <a:lvl4pPr marL="1828800" lvl="3" indent="-292100">
              <a:lnSpc>
                <a:spcPct val="115000"/>
              </a:lnSpc>
              <a:spcBef>
                <a:spcPts val="800"/>
              </a:spcBef>
              <a:spcAft>
                <a:spcPts val="0"/>
              </a:spcAft>
              <a:buClr>
                <a:schemeClr val="lt1"/>
              </a:buClr>
              <a:buSzPts val="1000"/>
              <a:buFont typeface="Sora"/>
              <a:buChar char="●"/>
              <a:defRPr sz="1000"/>
            </a:lvl4pPr>
            <a:lvl5pPr marL="2286000" lvl="4" indent="-292100">
              <a:lnSpc>
                <a:spcPct val="115000"/>
              </a:lnSpc>
              <a:spcBef>
                <a:spcPts val="800"/>
              </a:spcBef>
              <a:spcAft>
                <a:spcPts val="0"/>
              </a:spcAft>
              <a:buClr>
                <a:schemeClr val="lt1"/>
              </a:buClr>
              <a:buSzPts val="1000"/>
              <a:buFont typeface="Sora"/>
              <a:buChar char="○"/>
              <a:defRPr sz="1000"/>
            </a:lvl5pPr>
            <a:lvl6pPr marL="2743200" lvl="5" indent="-292100">
              <a:lnSpc>
                <a:spcPct val="115000"/>
              </a:lnSpc>
              <a:spcBef>
                <a:spcPts val="800"/>
              </a:spcBef>
              <a:spcAft>
                <a:spcPts val="0"/>
              </a:spcAft>
              <a:buClr>
                <a:schemeClr val="lt1"/>
              </a:buClr>
              <a:buSzPts val="1000"/>
              <a:buFont typeface="Sora"/>
              <a:buChar char="■"/>
              <a:defRPr sz="1000"/>
            </a:lvl6pPr>
            <a:lvl7pPr marL="3200400" lvl="6" indent="-292100">
              <a:lnSpc>
                <a:spcPct val="115000"/>
              </a:lnSpc>
              <a:spcBef>
                <a:spcPts val="800"/>
              </a:spcBef>
              <a:spcAft>
                <a:spcPts val="0"/>
              </a:spcAft>
              <a:buClr>
                <a:schemeClr val="lt1"/>
              </a:buClr>
              <a:buSzPts val="1000"/>
              <a:buFont typeface="Sora"/>
              <a:buChar char="●"/>
              <a:defRPr sz="1000"/>
            </a:lvl7pPr>
            <a:lvl8pPr marL="3657600" lvl="7" indent="-292100">
              <a:lnSpc>
                <a:spcPct val="115000"/>
              </a:lnSpc>
              <a:spcBef>
                <a:spcPts val="800"/>
              </a:spcBef>
              <a:spcAft>
                <a:spcPts val="0"/>
              </a:spcAft>
              <a:buClr>
                <a:schemeClr val="lt1"/>
              </a:buClr>
              <a:buSzPts val="1000"/>
              <a:buFont typeface="Sora"/>
              <a:buChar char="○"/>
              <a:defRPr sz="1000"/>
            </a:lvl8pPr>
            <a:lvl9pPr marL="4114800" lvl="8" indent="-292100">
              <a:lnSpc>
                <a:spcPct val="115000"/>
              </a:lnSpc>
              <a:spcBef>
                <a:spcPts val="800"/>
              </a:spcBef>
              <a:spcAft>
                <a:spcPts val="800"/>
              </a:spcAft>
              <a:buClr>
                <a:schemeClr val="lt1"/>
              </a:buClr>
              <a:buSzPts val="1000"/>
              <a:buFont typeface="Sora"/>
              <a:buChar char="■"/>
              <a:defRPr sz="1000"/>
            </a:lvl9pPr>
          </a:lstStyle>
          <a:p>
            <a:endParaRPr/>
          </a:p>
        </p:txBody>
      </p:sp>
      <p:sp>
        <p:nvSpPr>
          <p:cNvPr id="120" name="Google Shape;120;p15"/>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121" name="Google Shape;121;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 Alt 2">
  <p:cSld name="BLANK_1_1_2">
    <p:spTree>
      <p:nvGrpSpPr>
        <p:cNvPr id="1" name="Shape 122"/>
        <p:cNvGrpSpPr/>
        <p:nvPr/>
      </p:nvGrpSpPr>
      <p:grpSpPr>
        <a:xfrm>
          <a:off x="0" y="0"/>
          <a:ext cx="0" cy="0"/>
          <a:chOff x="0" y="0"/>
          <a:chExt cx="0" cy="0"/>
        </a:xfrm>
      </p:grpSpPr>
      <p:grpSp>
        <p:nvGrpSpPr>
          <p:cNvPr id="123" name="Google Shape;123;p16"/>
          <p:cNvGrpSpPr/>
          <p:nvPr/>
        </p:nvGrpSpPr>
        <p:grpSpPr>
          <a:xfrm flipH="1">
            <a:off x="6169505" y="228779"/>
            <a:ext cx="2979740" cy="1986829"/>
            <a:chOff x="312900" y="2793625"/>
            <a:chExt cx="2221200" cy="1481050"/>
          </a:xfrm>
        </p:grpSpPr>
        <p:grpSp>
          <p:nvGrpSpPr>
            <p:cNvPr id="124" name="Google Shape;124;p16"/>
            <p:cNvGrpSpPr/>
            <p:nvPr/>
          </p:nvGrpSpPr>
          <p:grpSpPr>
            <a:xfrm>
              <a:off x="312900" y="2793625"/>
              <a:ext cx="1851000" cy="1481050"/>
              <a:chOff x="461225" y="3249175"/>
              <a:chExt cx="1851000" cy="1481050"/>
            </a:xfrm>
          </p:grpSpPr>
          <p:grpSp>
            <p:nvGrpSpPr>
              <p:cNvPr id="125" name="Google Shape;125;p16"/>
              <p:cNvGrpSpPr/>
              <p:nvPr/>
            </p:nvGrpSpPr>
            <p:grpSpPr>
              <a:xfrm>
                <a:off x="461225" y="3249175"/>
                <a:ext cx="1851000" cy="370200"/>
                <a:chOff x="461225" y="3249175"/>
                <a:chExt cx="1851000" cy="370200"/>
              </a:xfrm>
            </p:grpSpPr>
            <p:sp>
              <p:nvSpPr>
                <p:cNvPr id="126" name="Google Shape;126;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7" name="Google Shape;127;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8" name="Google Shape;128;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9" name="Google Shape;129;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0" name="Google Shape;130;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31" name="Google Shape;131;p16"/>
              <p:cNvGrpSpPr/>
              <p:nvPr/>
            </p:nvGrpSpPr>
            <p:grpSpPr>
              <a:xfrm>
                <a:off x="461225" y="3619500"/>
                <a:ext cx="1851000" cy="370200"/>
                <a:chOff x="461225" y="3249175"/>
                <a:chExt cx="1851000" cy="370200"/>
              </a:xfrm>
            </p:grpSpPr>
            <p:sp>
              <p:nvSpPr>
                <p:cNvPr id="132" name="Google Shape;132;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3" name="Google Shape;133;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4" name="Google Shape;134;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5" name="Google Shape;135;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6" name="Google Shape;136;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37" name="Google Shape;137;p16"/>
              <p:cNvGrpSpPr/>
              <p:nvPr/>
            </p:nvGrpSpPr>
            <p:grpSpPr>
              <a:xfrm>
                <a:off x="461225" y="3989700"/>
                <a:ext cx="1851000" cy="370200"/>
                <a:chOff x="461225" y="3249175"/>
                <a:chExt cx="1851000" cy="370200"/>
              </a:xfrm>
            </p:grpSpPr>
            <p:sp>
              <p:nvSpPr>
                <p:cNvPr id="138" name="Google Shape;138;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9" name="Google Shape;139;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0" name="Google Shape;140;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1" name="Google Shape;141;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2" name="Google Shape;142;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43" name="Google Shape;143;p16"/>
              <p:cNvGrpSpPr/>
              <p:nvPr/>
            </p:nvGrpSpPr>
            <p:grpSpPr>
              <a:xfrm>
                <a:off x="461225" y="4360025"/>
                <a:ext cx="1851000" cy="370200"/>
                <a:chOff x="461225" y="3249175"/>
                <a:chExt cx="1851000" cy="370200"/>
              </a:xfrm>
            </p:grpSpPr>
            <p:sp>
              <p:nvSpPr>
                <p:cNvPr id="144" name="Google Shape;144;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5" name="Google Shape;145;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6" name="Google Shape;146;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7" name="Google Shape;147;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8" name="Google Shape;148;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149" name="Google Shape;149;p16"/>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150" name="Google Shape;150;p16"/>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151" name="Google Shape;151;p16"/>
          <p:cNvSpPr/>
          <p:nvPr/>
        </p:nvSpPr>
        <p:spPr>
          <a:xfrm flipH="1">
            <a:off x="8423546" y="3087297"/>
            <a:ext cx="725708" cy="1448283"/>
          </a:xfrm>
          <a:custGeom>
            <a:avLst/>
            <a:gdLst/>
            <a:ahLst/>
            <a:cxnLst/>
            <a:rect l="l" t="t" r="r" b="b"/>
            <a:pathLst>
              <a:path w="25297" h="50476" extrusionOk="0">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dist="76200" dir="7800000" algn="bl" rotWithShape="0">
              <a:schemeClr val="accent1">
                <a:alpha val="27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52" name="Google Shape;152;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dist="28575" dir="2700000" algn="bl" rotWithShape="0">
              <a:schemeClr val="accent1">
                <a:alpha val="28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53" name="Google Shape;153;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dist="38100" dir="5400000" algn="bl" rotWithShape="0">
              <a:schemeClr val="accent3">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54" name="Google Shape;154;p16"/>
          <p:cNvSpPr txBox="1">
            <a:spLocks noGrp="1"/>
          </p:cNvSpPr>
          <p:nvPr>
            <p:ph type="body" idx="1"/>
          </p:nvPr>
        </p:nvSpPr>
        <p:spPr>
          <a:xfrm>
            <a:off x="115025" y="908975"/>
            <a:ext cx="5369100" cy="2478000"/>
          </a:xfrm>
          <a:prstGeom prst="rect">
            <a:avLst/>
          </a:prstGeom>
        </p:spPr>
        <p:txBody>
          <a:bodyPr spcFirstLastPara="1" wrap="square" lIns="91425" tIns="0" rIns="91425" bIns="91425" anchor="t" anchorCtr="0">
            <a:noAutofit/>
          </a:bodyPr>
          <a:lstStyle>
            <a:lvl1pPr marL="457200" lvl="0" indent="-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marL="914400" lvl="1"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marL="1371600" lvl="2"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marL="1828800" lvl="3"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marL="2286000" lvl="4"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marL="2743200" lvl="5"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marL="3200400" lvl="6"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marL="3657600" lvl="7"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marL="4114800" lvl="8" indent="-4572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a:endParaRPr/>
          </a:p>
        </p:txBody>
      </p:sp>
      <p:sp>
        <p:nvSpPr>
          <p:cNvPr id="155" name="Google Shape;155;p16"/>
          <p:cNvSpPr txBox="1">
            <a:spLocks noGrp="1"/>
          </p:cNvSpPr>
          <p:nvPr>
            <p:ph type="title" idx="2"/>
          </p:nvPr>
        </p:nvSpPr>
        <p:spPr>
          <a:xfrm>
            <a:off x="115025" y="502775"/>
            <a:ext cx="4183800" cy="4062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a:endParaRPr/>
          </a:p>
        </p:txBody>
      </p:sp>
      <p:sp>
        <p:nvSpPr>
          <p:cNvPr id="156" name="Google Shape;156;p16"/>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157" name="Google Shape;157;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IBM Plex Sans"/>
                <a:ea typeface="IBM Plex Sans"/>
                <a:cs typeface="IBM Plex Sans"/>
                <a:sym typeface="IBM Plex Sans"/>
              </a:defRPr>
            </a:lvl1pPr>
            <a:lvl2pPr lvl="1">
              <a:buNone/>
              <a:defRPr>
                <a:latin typeface="IBM Plex Sans"/>
                <a:ea typeface="IBM Plex Sans"/>
                <a:cs typeface="IBM Plex Sans"/>
                <a:sym typeface="IBM Plex Sans"/>
              </a:defRPr>
            </a:lvl2pPr>
            <a:lvl3pPr lvl="2">
              <a:buNone/>
              <a:defRPr>
                <a:latin typeface="IBM Plex Sans"/>
                <a:ea typeface="IBM Plex Sans"/>
                <a:cs typeface="IBM Plex Sans"/>
                <a:sym typeface="IBM Plex Sans"/>
              </a:defRPr>
            </a:lvl3pPr>
            <a:lvl4pPr lvl="3">
              <a:buNone/>
              <a:defRPr>
                <a:latin typeface="IBM Plex Sans"/>
                <a:ea typeface="IBM Plex Sans"/>
                <a:cs typeface="IBM Plex Sans"/>
                <a:sym typeface="IBM Plex Sans"/>
              </a:defRPr>
            </a:lvl4pPr>
            <a:lvl5pPr lvl="4">
              <a:buNone/>
              <a:defRPr>
                <a:latin typeface="IBM Plex Sans"/>
                <a:ea typeface="IBM Plex Sans"/>
                <a:cs typeface="IBM Plex Sans"/>
                <a:sym typeface="IBM Plex Sans"/>
              </a:defRPr>
            </a:lvl5pPr>
            <a:lvl6pPr lvl="5">
              <a:buNone/>
              <a:defRPr>
                <a:latin typeface="IBM Plex Sans"/>
                <a:ea typeface="IBM Plex Sans"/>
                <a:cs typeface="IBM Plex Sans"/>
                <a:sym typeface="IBM Plex Sans"/>
              </a:defRPr>
            </a:lvl6pPr>
            <a:lvl7pPr lvl="6">
              <a:buNone/>
              <a:defRPr>
                <a:latin typeface="IBM Plex Sans"/>
                <a:ea typeface="IBM Plex Sans"/>
                <a:cs typeface="IBM Plex Sans"/>
                <a:sym typeface="IBM Plex Sans"/>
              </a:defRPr>
            </a:lvl7pPr>
            <a:lvl8pPr lvl="7">
              <a:buNone/>
              <a:defRPr>
                <a:latin typeface="IBM Plex Sans"/>
                <a:ea typeface="IBM Plex Sans"/>
                <a:cs typeface="IBM Plex Sans"/>
                <a:sym typeface="IBM Plex Sans"/>
              </a:defRPr>
            </a:lvl8pPr>
            <a:lvl9pPr lvl="8">
              <a:buNone/>
              <a:defRPr>
                <a:latin typeface="IBM Plex Sans"/>
                <a:ea typeface="IBM Plex Sans"/>
                <a:cs typeface="IBM Plex Sans"/>
                <a:sym typeface="IBM Plex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 Alt 1">
  <p:cSld name="BLANK_1_1_1">
    <p:spTree>
      <p:nvGrpSpPr>
        <p:cNvPr id="1" name="Shape 158"/>
        <p:cNvGrpSpPr/>
        <p:nvPr/>
      </p:nvGrpSpPr>
      <p:grpSpPr>
        <a:xfrm>
          <a:off x="0" y="0"/>
          <a:ext cx="0" cy="0"/>
          <a:chOff x="0" y="0"/>
          <a:chExt cx="0" cy="0"/>
        </a:xfrm>
      </p:grpSpPr>
      <p:grpSp>
        <p:nvGrpSpPr>
          <p:cNvPr id="159" name="Google Shape;159;p17"/>
          <p:cNvGrpSpPr/>
          <p:nvPr/>
        </p:nvGrpSpPr>
        <p:grpSpPr>
          <a:xfrm>
            <a:off x="228600" y="2793625"/>
            <a:ext cx="2221200" cy="1481050"/>
            <a:chOff x="312900" y="2793625"/>
            <a:chExt cx="2221200" cy="1481050"/>
          </a:xfrm>
        </p:grpSpPr>
        <p:grpSp>
          <p:nvGrpSpPr>
            <p:cNvPr id="160" name="Google Shape;160;p17"/>
            <p:cNvGrpSpPr/>
            <p:nvPr/>
          </p:nvGrpSpPr>
          <p:grpSpPr>
            <a:xfrm>
              <a:off x="312900" y="2793625"/>
              <a:ext cx="1851000" cy="1481050"/>
              <a:chOff x="461225" y="3249175"/>
              <a:chExt cx="1851000" cy="1481050"/>
            </a:xfrm>
          </p:grpSpPr>
          <p:grpSp>
            <p:nvGrpSpPr>
              <p:cNvPr id="161" name="Google Shape;161;p17"/>
              <p:cNvGrpSpPr/>
              <p:nvPr/>
            </p:nvGrpSpPr>
            <p:grpSpPr>
              <a:xfrm>
                <a:off x="461225" y="3249175"/>
                <a:ext cx="1851000" cy="370200"/>
                <a:chOff x="461225" y="3249175"/>
                <a:chExt cx="1851000" cy="370200"/>
              </a:xfrm>
            </p:grpSpPr>
            <p:sp>
              <p:nvSpPr>
                <p:cNvPr id="162" name="Google Shape;162;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3" name="Google Shape;163;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4" name="Google Shape;164;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5" name="Google Shape;165;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6" name="Google Shape;166;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67" name="Google Shape;167;p17"/>
              <p:cNvGrpSpPr/>
              <p:nvPr/>
            </p:nvGrpSpPr>
            <p:grpSpPr>
              <a:xfrm>
                <a:off x="461225" y="3619500"/>
                <a:ext cx="1851000" cy="370200"/>
                <a:chOff x="461225" y="3249175"/>
                <a:chExt cx="1851000" cy="370200"/>
              </a:xfrm>
            </p:grpSpPr>
            <p:sp>
              <p:nvSpPr>
                <p:cNvPr id="168" name="Google Shape;168;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9" name="Google Shape;169;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0" name="Google Shape;170;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1" name="Google Shape;171;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2" name="Google Shape;172;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73" name="Google Shape;173;p17"/>
              <p:cNvGrpSpPr/>
              <p:nvPr/>
            </p:nvGrpSpPr>
            <p:grpSpPr>
              <a:xfrm>
                <a:off x="461225" y="3989700"/>
                <a:ext cx="1851000" cy="370200"/>
                <a:chOff x="461225" y="3249175"/>
                <a:chExt cx="1851000" cy="370200"/>
              </a:xfrm>
            </p:grpSpPr>
            <p:sp>
              <p:nvSpPr>
                <p:cNvPr id="174" name="Google Shape;174;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5" name="Google Shape;175;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6" name="Google Shape;176;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7" name="Google Shape;177;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8" name="Google Shape;178;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79" name="Google Shape;179;p17"/>
              <p:cNvGrpSpPr/>
              <p:nvPr/>
            </p:nvGrpSpPr>
            <p:grpSpPr>
              <a:xfrm>
                <a:off x="461225" y="4360025"/>
                <a:ext cx="1851000" cy="370200"/>
                <a:chOff x="461225" y="3249175"/>
                <a:chExt cx="1851000" cy="370200"/>
              </a:xfrm>
            </p:grpSpPr>
            <p:sp>
              <p:nvSpPr>
                <p:cNvPr id="180" name="Google Shape;180;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1" name="Google Shape;181;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2" name="Google Shape;182;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3" name="Google Shape;183;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4" name="Google Shape;184;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185" name="Google Shape;185;p17"/>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86" name="Google Shape;186;p17"/>
          <p:cNvGrpSpPr/>
          <p:nvPr/>
        </p:nvGrpSpPr>
        <p:grpSpPr>
          <a:xfrm>
            <a:off x="7663200" y="-725"/>
            <a:ext cx="1480800" cy="1396025"/>
            <a:chOff x="461225" y="3334200"/>
            <a:chExt cx="1480800" cy="1396025"/>
          </a:xfrm>
        </p:grpSpPr>
        <p:grpSp>
          <p:nvGrpSpPr>
            <p:cNvPr id="187" name="Google Shape;187;p17"/>
            <p:cNvGrpSpPr/>
            <p:nvPr/>
          </p:nvGrpSpPr>
          <p:grpSpPr>
            <a:xfrm>
              <a:off x="461225" y="3334200"/>
              <a:ext cx="1480800" cy="285300"/>
              <a:chOff x="461225" y="3334200"/>
              <a:chExt cx="1480800" cy="285300"/>
            </a:xfrm>
          </p:grpSpPr>
          <p:sp>
            <p:nvSpPr>
              <p:cNvPr id="188" name="Google Shape;188;p17"/>
              <p:cNvSpPr/>
              <p:nvPr/>
            </p:nvSpPr>
            <p:spPr>
              <a:xfrm>
                <a:off x="4612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9" name="Google Shape;189;p17"/>
              <p:cNvSpPr/>
              <p:nvPr/>
            </p:nvSpPr>
            <p:spPr>
              <a:xfrm>
                <a:off x="8314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0" name="Google Shape;190;p17"/>
              <p:cNvSpPr/>
              <p:nvPr/>
            </p:nvSpPr>
            <p:spPr>
              <a:xfrm>
                <a:off x="12016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1" name="Google Shape;191;p17"/>
              <p:cNvSpPr/>
              <p:nvPr/>
            </p:nvSpPr>
            <p:spPr>
              <a:xfrm>
                <a:off x="15718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92" name="Google Shape;192;p17"/>
            <p:cNvGrpSpPr/>
            <p:nvPr/>
          </p:nvGrpSpPr>
          <p:grpSpPr>
            <a:xfrm>
              <a:off x="461225" y="3619500"/>
              <a:ext cx="1480800" cy="370200"/>
              <a:chOff x="461225" y="3249175"/>
              <a:chExt cx="1480800" cy="370200"/>
            </a:xfrm>
          </p:grpSpPr>
          <p:sp>
            <p:nvSpPr>
              <p:cNvPr id="193" name="Google Shape;193;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4" name="Google Shape;194;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5" name="Google Shape;195;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6" name="Google Shape;196;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97" name="Google Shape;197;p17"/>
            <p:cNvGrpSpPr/>
            <p:nvPr/>
          </p:nvGrpSpPr>
          <p:grpSpPr>
            <a:xfrm>
              <a:off x="461225" y="3989700"/>
              <a:ext cx="1480800" cy="370200"/>
              <a:chOff x="461225" y="3249175"/>
              <a:chExt cx="1480800" cy="370200"/>
            </a:xfrm>
          </p:grpSpPr>
          <p:sp>
            <p:nvSpPr>
              <p:cNvPr id="198" name="Google Shape;198;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9" name="Google Shape;199;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0" name="Google Shape;200;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1" name="Google Shape;201;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02" name="Google Shape;202;p17"/>
            <p:cNvGrpSpPr/>
            <p:nvPr/>
          </p:nvGrpSpPr>
          <p:grpSpPr>
            <a:xfrm>
              <a:off x="461225" y="4360025"/>
              <a:ext cx="1480800" cy="370200"/>
              <a:chOff x="461225" y="3249175"/>
              <a:chExt cx="1480800" cy="370200"/>
            </a:xfrm>
          </p:grpSpPr>
          <p:sp>
            <p:nvSpPr>
              <p:cNvPr id="203" name="Google Shape;203;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4" name="Google Shape;204;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5" name="Google Shape;205;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6" name="Google Shape;206;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grpSp>
        <p:nvGrpSpPr>
          <p:cNvPr id="207" name="Google Shape;207;p17"/>
          <p:cNvGrpSpPr/>
          <p:nvPr/>
        </p:nvGrpSpPr>
        <p:grpSpPr>
          <a:xfrm>
            <a:off x="1843925" y="-725"/>
            <a:ext cx="7300075" cy="5144088"/>
            <a:chOff x="1870575" y="-635"/>
            <a:chExt cx="7300075" cy="5174097"/>
          </a:xfrm>
        </p:grpSpPr>
        <p:sp>
          <p:nvSpPr>
            <p:cNvPr id="208" name="Google Shape;208;p17"/>
            <p:cNvSpPr/>
            <p:nvPr/>
          </p:nvSpPr>
          <p:spPr>
            <a:xfrm>
              <a:off x="1870575" y="-635"/>
              <a:ext cx="7300075" cy="4989625"/>
            </a:xfrm>
            <a:custGeom>
              <a:avLst/>
              <a:gdLst/>
              <a:ahLst/>
              <a:cxnLst/>
              <a:rect l="l" t="t" r="r" b="b"/>
              <a:pathLst>
                <a:path w="292003" h="199585" extrusionOk="0">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txBody>
            <a:bodyPr/>
            <a:lstStyle/>
            <a:p>
              <a:endParaRPr lang="en-US"/>
            </a:p>
          </p:txBody>
        </p:sp>
        <p:sp>
          <p:nvSpPr>
            <p:cNvPr id="209" name="Google Shape;209;p17"/>
            <p:cNvSpPr/>
            <p:nvPr/>
          </p:nvSpPr>
          <p:spPr>
            <a:xfrm>
              <a:off x="1870575" y="4089437"/>
              <a:ext cx="6285225" cy="1084025"/>
            </a:xfrm>
            <a:custGeom>
              <a:avLst/>
              <a:gdLst/>
              <a:ahLst/>
              <a:cxnLst/>
              <a:rect l="l" t="t" r="r" b="b"/>
              <a:pathLst>
                <a:path w="251409" h="43361" extrusionOk="0">
                  <a:moveTo>
                    <a:pt x="0" y="0"/>
                  </a:moveTo>
                  <a:lnTo>
                    <a:pt x="6458" y="43361"/>
                  </a:lnTo>
                  <a:lnTo>
                    <a:pt x="251409" y="43361"/>
                  </a:lnTo>
                  <a:lnTo>
                    <a:pt x="250494" y="35931"/>
                  </a:lnTo>
                  <a:close/>
                </a:path>
              </a:pathLst>
            </a:custGeom>
            <a:solidFill>
              <a:schemeClr val="accent5"/>
            </a:solidFill>
            <a:ln>
              <a:noFill/>
            </a:ln>
          </p:spPr>
          <p:txBody>
            <a:bodyPr/>
            <a:lstStyle/>
            <a:p>
              <a:endParaRPr lang="en-US"/>
            </a:p>
          </p:txBody>
        </p:sp>
      </p:grpSp>
      <p:sp>
        <p:nvSpPr>
          <p:cNvPr id="210" name="Google Shape;210;p17"/>
          <p:cNvSpPr txBox="1">
            <a:spLocks noGrp="1"/>
          </p:cNvSpPr>
          <p:nvPr>
            <p:ph type="body" idx="1"/>
          </p:nvPr>
        </p:nvSpPr>
        <p:spPr>
          <a:xfrm>
            <a:off x="4631450" y="2170025"/>
            <a:ext cx="2896200" cy="1887600"/>
          </a:xfrm>
          <a:prstGeom prst="rect">
            <a:avLst/>
          </a:prstGeom>
        </p:spPr>
        <p:txBody>
          <a:bodyPr spcFirstLastPara="1" wrap="square" lIns="91425" tIns="91425" rIns="91425" bIns="91425" anchor="t" anchorCtr="0">
            <a:noAutofit/>
          </a:bodyPr>
          <a:lstStyle>
            <a:lvl1pPr marL="457200" lvl="0" indent="-292100">
              <a:lnSpc>
                <a:spcPct val="115000"/>
              </a:lnSpc>
              <a:spcBef>
                <a:spcPts val="0"/>
              </a:spcBef>
              <a:spcAft>
                <a:spcPts val="0"/>
              </a:spcAft>
              <a:buClr>
                <a:schemeClr val="lt1"/>
              </a:buClr>
              <a:buSzPts val="1000"/>
              <a:buFont typeface="Sora"/>
              <a:buChar char="●"/>
              <a:defRPr sz="1000"/>
            </a:lvl1pPr>
            <a:lvl2pPr marL="914400" lvl="1" indent="-292100">
              <a:lnSpc>
                <a:spcPct val="115000"/>
              </a:lnSpc>
              <a:spcBef>
                <a:spcPts val="800"/>
              </a:spcBef>
              <a:spcAft>
                <a:spcPts val="0"/>
              </a:spcAft>
              <a:buClr>
                <a:schemeClr val="lt1"/>
              </a:buClr>
              <a:buSzPts val="1000"/>
              <a:buFont typeface="Sora"/>
              <a:buChar char="○"/>
              <a:defRPr sz="1000"/>
            </a:lvl2pPr>
            <a:lvl3pPr marL="1371600" lvl="2" indent="-228600">
              <a:lnSpc>
                <a:spcPct val="115000"/>
              </a:lnSpc>
              <a:spcBef>
                <a:spcPts val="800"/>
              </a:spcBef>
              <a:spcAft>
                <a:spcPts val="0"/>
              </a:spcAft>
              <a:buNone/>
              <a:defRPr sz="1000"/>
            </a:lvl3pPr>
            <a:lvl4pPr marL="1828800" lvl="3" indent="-292100">
              <a:lnSpc>
                <a:spcPct val="115000"/>
              </a:lnSpc>
              <a:spcBef>
                <a:spcPts val="0"/>
              </a:spcBef>
              <a:spcAft>
                <a:spcPts val="0"/>
              </a:spcAft>
              <a:buClr>
                <a:schemeClr val="lt1"/>
              </a:buClr>
              <a:buSzPts val="1000"/>
              <a:buFont typeface="Sora"/>
              <a:buChar char="●"/>
              <a:defRPr sz="1000"/>
            </a:lvl4pPr>
            <a:lvl5pPr marL="2286000" lvl="4" indent="-292100">
              <a:lnSpc>
                <a:spcPct val="115000"/>
              </a:lnSpc>
              <a:spcBef>
                <a:spcPts val="800"/>
              </a:spcBef>
              <a:spcAft>
                <a:spcPts val="0"/>
              </a:spcAft>
              <a:buClr>
                <a:schemeClr val="lt1"/>
              </a:buClr>
              <a:buSzPts val="1000"/>
              <a:buFont typeface="Sora"/>
              <a:buChar char="○"/>
              <a:defRPr sz="1000"/>
            </a:lvl5pPr>
            <a:lvl6pPr marL="2743200" lvl="5" indent="-292100">
              <a:lnSpc>
                <a:spcPct val="115000"/>
              </a:lnSpc>
              <a:spcBef>
                <a:spcPts val="800"/>
              </a:spcBef>
              <a:spcAft>
                <a:spcPts val="0"/>
              </a:spcAft>
              <a:buClr>
                <a:schemeClr val="lt1"/>
              </a:buClr>
              <a:buSzPts val="1000"/>
              <a:buFont typeface="Sora"/>
              <a:buChar char="■"/>
              <a:defRPr sz="1000"/>
            </a:lvl6pPr>
            <a:lvl7pPr marL="3200400" lvl="6" indent="-292100">
              <a:lnSpc>
                <a:spcPct val="115000"/>
              </a:lnSpc>
              <a:spcBef>
                <a:spcPts val="800"/>
              </a:spcBef>
              <a:spcAft>
                <a:spcPts val="0"/>
              </a:spcAft>
              <a:buClr>
                <a:schemeClr val="lt1"/>
              </a:buClr>
              <a:buSzPts val="1000"/>
              <a:buFont typeface="Sora"/>
              <a:buChar char="●"/>
              <a:defRPr sz="1000"/>
            </a:lvl7pPr>
            <a:lvl8pPr marL="3657600" lvl="7" indent="-292100">
              <a:lnSpc>
                <a:spcPct val="115000"/>
              </a:lnSpc>
              <a:spcBef>
                <a:spcPts val="800"/>
              </a:spcBef>
              <a:spcAft>
                <a:spcPts val="0"/>
              </a:spcAft>
              <a:buClr>
                <a:schemeClr val="lt1"/>
              </a:buClr>
              <a:buSzPts val="1000"/>
              <a:buFont typeface="Sora"/>
              <a:buChar char="○"/>
              <a:defRPr sz="1000"/>
            </a:lvl8pPr>
            <a:lvl9pPr marL="4114800" lvl="8" indent="-228600">
              <a:lnSpc>
                <a:spcPct val="115000"/>
              </a:lnSpc>
              <a:spcBef>
                <a:spcPts val="800"/>
              </a:spcBef>
              <a:spcAft>
                <a:spcPts val="0"/>
              </a:spcAft>
              <a:buNone/>
              <a:defRPr sz="1000"/>
            </a:lvl9pPr>
          </a:lstStyle>
          <a:p>
            <a:endParaRPr/>
          </a:p>
        </p:txBody>
      </p:sp>
      <p:sp>
        <p:nvSpPr>
          <p:cNvPr id="211" name="Google Shape;211;p17"/>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12" name="Google Shape;212;p17"/>
          <p:cNvSpPr txBox="1">
            <a:spLocks noGrp="1"/>
          </p:cNvSpPr>
          <p:nvPr>
            <p:ph type="body" idx="2"/>
          </p:nvPr>
        </p:nvSpPr>
        <p:spPr>
          <a:xfrm>
            <a:off x="4631450" y="827575"/>
            <a:ext cx="2896200" cy="12003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Font typeface="Sora"/>
              <a:buChar char="●"/>
              <a:defRPr sz="1000"/>
            </a:lvl1pPr>
            <a:lvl2pPr marL="914400" lvl="1" indent="-292100">
              <a:spcBef>
                <a:spcPts val="800"/>
              </a:spcBef>
              <a:spcAft>
                <a:spcPts val="0"/>
              </a:spcAft>
              <a:buSzPts val="1000"/>
              <a:buFont typeface="Sora"/>
              <a:buChar char="○"/>
              <a:defRPr sz="1000"/>
            </a:lvl2pPr>
            <a:lvl3pPr marL="1371600" lvl="2" indent="-292100">
              <a:spcBef>
                <a:spcPts val="800"/>
              </a:spcBef>
              <a:spcAft>
                <a:spcPts val="0"/>
              </a:spcAft>
              <a:buSzPts val="1000"/>
              <a:buFont typeface="Sora"/>
              <a:buChar char="■"/>
              <a:defRPr sz="1000"/>
            </a:lvl3pPr>
            <a:lvl4pPr marL="1828800" lvl="3" indent="-292100">
              <a:spcBef>
                <a:spcPts val="800"/>
              </a:spcBef>
              <a:spcAft>
                <a:spcPts val="0"/>
              </a:spcAft>
              <a:buSzPts val="1000"/>
              <a:buFont typeface="Sora"/>
              <a:buChar char="●"/>
              <a:defRPr sz="1000"/>
            </a:lvl4pPr>
            <a:lvl5pPr marL="2286000" lvl="4" indent="-292100">
              <a:spcBef>
                <a:spcPts val="800"/>
              </a:spcBef>
              <a:spcAft>
                <a:spcPts val="0"/>
              </a:spcAft>
              <a:buSzPts val="1000"/>
              <a:buFont typeface="Sora"/>
              <a:buChar char="○"/>
              <a:defRPr sz="1000"/>
            </a:lvl5pPr>
            <a:lvl6pPr marL="2743200" lvl="5" indent="-292100">
              <a:spcBef>
                <a:spcPts val="800"/>
              </a:spcBef>
              <a:spcAft>
                <a:spcPts val="0"/>
              </a:spcAft>
              <a:buSzPts val="1000"/>
              <a:buFont typeface="Sora"/>
              <a:buChar char="■"/>
              <a:defRPr sz="1000"/>
            </a:lvl6pPr>
            <a:lvl7pPr marL="3200400" lvl="6" indent="-292100">
              <a:spcBef>
                <a:spcPts val="800"/>
              </a:spcBef>
              <a:spcAft>
                <a:spcPts val="0"/>
              </a:spcAft>
              <a:buSzPts val="1000"/>
              <a:buFont typeface="Sora"/>
              <a:buChar char="●"/>
              <a:defRPr sz="1000"/>
            </a:lvl7pPr>
            <a:lvl8pPr marL="3657600" lvl="7" indent="-292100">
              <a:spcBef>
                <a:spcPts val="800"/>
              </a:spcBef>
              <a:spcAft>
                <a:spcPts val="0"/>
              </a:spcAft>
              <a:buSzPts val="1000"/>
              <a:buFont typeface="Sora"/>
              <a:buChar char="○"/>
              <a:defRPr sz="1000"/>
            </a:lvl8pPr>
            <a:lvl9pPr marL="4114800" lvl="8" indent="-292100">
              <a:spcBef>
                <a:spcPts val="800"/>
              </a:spcBef>
              <a:spcAft>
                <a:spcPts val="800"/>
              </a:spcAft>
              <a:buSzPts val="1000"/>
              <a:buFont typeface="Sora"/>
              <a:buChar char="■"/>
              <a:defRPr sz="1000"/>
            </a:lvl9pPr>
          </a:lstStyle>
          <a:p>
            <a:endParaRPr/>
          </a:p>
        </p:txBody>
      </p:sp>
      <p:sp>
        <p:nvSpPr>
          <p:cNvPr id="213" name="Google Shape;213;p17"/>
          <p:cNvSpPr txBox="1">
            <a:spLocks noGrp="1"/>
          </p:cNvSpPr>
          <p:nvPr>
            <p:ph type="title" idx="3"/>
          </p:nvPr>
        </p:nvSpPr>
        <p:spPr>
          <a:xfrm>
            <a:off x="115025" y="502775"/>
            <a:ext cx="3905400" cy="5877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14" name="Google Shape;214;p17"/>
          <p:cNvSpPr txBox="1">
            <a:spLocks noGrp="1"/>
          </p:cNvSpPr>
          <p:nvPr>
            <p:ph type="title" idx="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215" name="Google Shape;215;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3 images">
  <p:cSld name="BLANK_1_1_1_1_2">
    <p:bg>
      <p:bgPr>
        <a:solidFill>
          <a:schemeClr val="lt1"/>
        </a:solidFill>
        <a:effectLst/>
      </p:bgPr>
    </p:bg>
    <p:spTree>
      <p:nvGrpSpPr>
        <p:cNvPr id="1" name="Shape 216"/>
        <p:cNvGrpSpPr/>
        <p:nvPr/>
      </p:nvGrpSpPr>
      <p:grpSpPr>
        <a:xfrm>
          <a:off x="0" y="0"/>
          <a:ext cx="0" cy="0"/>
          <a:chOff x="0" y="0"/>
          <a:chExt cx="0" cy="0"/>
        </a:xfrm>
      </p:grpSpPr>
      <p:sp>
        <p:nvSpPr>
          <p:cNvPr id="217" name="Google Shape;217;p18"/>
          <p:cNvSpPr/>
          <p:nvPr/>
        </p:nvSpPr>
        <p:spPr>
          <a:xfrm rot="10800000" flipH="1">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18" name="Google Shape;218;p18"/>
          <p:cNvSpPr/>
          <p:nvPr/>
        </p:nvSpPr>
        <p:spPr>
          <a:xfrm rot="10800000" flipH="1">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19" name="Google Shape;219;p18"/>
          <p:cNvSpPr/>
          <p:nvPr/>
        </p:nvSpPr>
        <p:spPr>
          <a:xfrm rot="10800000" flipH="1">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20" name="Google Shape;220;p18"/>
          <p:cNvSpPr/>
          <p:nvPr/>
        </p:nvSpPr>
        <p:spPr>
          <a:xfrm rot="10800000" flipH="1">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21" name="Google Shape;221;p18"/>
          <p:cNvSpPr txBox="1">
            <a:spLocks noGrp="1"/>
          </p:cNvSpPr>
          <p:nvPr>
            <p:ph type="title"/>
          </p:nvPr>
        </p:nvSpPr>
        <p:spPr>
          <a:xfrm>
            <a:off x="91950" y="292050"/>
            <a:ext cx="4390500" cy="16035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a:endParaRPr/>
          </a:p>
        </p:txBody>
      </p:sp>
      <p:sp>
        <p:nvSpPr>
          <p:cNvPr id="222" name="Google Shape;222;p18"/>
          <p:cNvSpPr>
            <a:spLocks noGrp="1"/>
          </p:cNvSpPr>
          <p:nvPr>
            <p:ph type="pic" idx="2"/>
          </p:nvPr>
        </p:nvSpPr>
        <p:spPr>
          <a:xfrm>
            <a:off x="225300" y="3132125"/>
            <a:ext cx="1849800" cy="1770300"/>
          </a:xfrm>
          <a:prstGeom prst="rect">
            <a:avLst/>
          </a:prstGeom>
          <a:noFill/>
          <a:ln>
            <a:noFill/>
          </a:ln>
        </p:spPr>
        <p:txBody>
          <a:bodyPr/>
          <a:lstStyle/>
          <a:p>
            <a:endParaRPr lang="en-US"/>
          </a:p>
        </p:txBody>
      </p:sp>
      <p:sp>
        <p:nvSpPr>
          <p:cNvPr id="223" name="Google Shape;223;p18"/>
          <p:cNvSpPr>
            <a:spLocks noGrp="1"/>
          </p:cNvSpPr>
          <p:nvPr>
            <p:ph type="pic" idx="3"/>
          </p:nvPr>
        </p:nvSpPr>
        <p:spPr>
          <a:xfrm>
            <a:off x="5262525" y="228600"/>
            <a:ext cx="1865100" cy="1790100"/>
          </a:xfrm>
          <a:prstGeom prst="rect">
            <a:avLst/>
          </a:prstGeom>
          <a:noFill/>
          <a:ln>
            <a:noFill/>
          </a:ln>
        </p:spPr>
        <p:txBody>
          <a:bodyPr/>
          <a:lstStyle/>
          <a:p>
            <a:endParaRPr lang="en-US"/>
          </a:p>
        </p:txBody>
      </p:sp>
      <p:sp>
        <p:nvSpPr>
          <p:cNvPr id="224" name="Google Shape;224;p18"/>
          <p:cNvSpPr>
            <a:spLocks noGrp="1"/>
          </p:cNvSpPr>
          <p:nvPr>
            <p:ph type="pic" idx="4"/>
          </p:nvPr>
        </p:nvSpPr>
        <p:spPr>
          <a:xfrm>
            <a:off x="7281675" y="228600"/>
            <a:ext cx="1849800" cy="1790100"/>
          </a:xfrm>
          <a:prstGeom prst="rect">
            <a:avLst/>
          </a:prstGeom>
          <a:noFill/>
          <a:ln>
            <a:noFill/>
          </a:ln>
        </p:spPr>
        <p:txBody>
          <a:bodyPr/>
          <a:lstStyle/>
          <a:p>
            <a:endParaRPr lang="en-US"/>
          </a:p>
        </p:txBody>
      </p:sp>
      <p:sp>
        <p:nvSpPr>
          <p:cNvPr id="225" name="Google Shape;225;p18"/>
          <p:cNvSpPr txBox="1">
            <a:spLocks noGrp="1"/>
          </p:cNvSpPr>
          <p:nvPr>
            <p:ph type="subTitle" idx="1"/>
          </p:nvPr>
        </p:nvSpPr>
        <p:spPr>
          <a:xfrm>
            <a:off x="5262525" y="2153019"/>
            <a:ext cx="1566900" cy="480900"/>
          </a:xfrm>
          <a:prstGeom prst="rect">
            <a:avLst/>
          </a:prstGeom>
        </p:spPr>
        <p:txBody>
          <a:bodyPr spcFirstLastPara="1" wrap="square" lIns="0" tIns="0" rIns="91425" bIns="91425" anchor="t" anchorCtr="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226" name="Google Shape;226;p18"/>
          <p:cNvSpPr txBox="1">
            <a:spLocks noGrp="1"/>
          </p:cNvSpPr>
          <p:nvPr>
            <p:ph type="subTitle" idx="5"/>
          </p:nvPr>
        </p:nvSpPr>
        <p:spPr>
          <a:xfrm>
            <a:off x="7281675" y="2153019"/>
            <a:ext cx="1566900" cy="480900"/>
          </a:xfrm>
          <a:prstGeom prst="rect">
            <a:avLst/>
          </a:prstGeom>
        </p:spPr>
        <p:txBody>
          <a:bodyPr spcFirstLastPara="1" wrap="square" lIns="0" tIns="0" rIns="91425" bIns="91425" anchor="t" anchorCtr="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227" name="Google Shape;227;p18"/>
          <p:cNvSpPr txBox="1">
            <a:spLocks noGrp="1"/>
          </p:cNvSpPr>
          <p:nvPr>
            <p:ph type="title" idx="6"/>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228" name="Google Shape;228;p18"/>
          <p:cNvSpPr txBox="1">
            <a:spLocks noGrp="1"/>
          </p:cNvSpPr>
          <p:nvPr>
            <p:ph type="title" idx="7"/>
          </p:nvPr>
        </p:nvSpPr>
        <p:spPr>
          <a:xfrm>
            <a:off x="7420225" y="4723025"/>
            <a:ext cx="1583400" cy="189300"/>
          </a:xfrm>
          <a:prstGeom prst="rect">
            <a:avLst/>
          </a:prstGeom>
        </p:spPr>
        <p:txBody>
          <a:bodyPr spcFirstLastPara="1" wrap="square" lIns="182875" tIns="91425" rIns="91425" bIns="0" anchor="b" anchorCtr="0">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229" name="Google Shape;229;p18"/>
          <p:cNvSpPr txBox="1">
            <a:spLocks noGrp="1"/>
          </p:cNvSpPr>
          <p:nvPr>
            <p:ph type="subTitle" idx="8"/>
          </p:nvPr>
        </p:nvSpPr>
        <p:spPr>
          <a:xfrm>
            <a:off x="2216381" y="3132125"/>
            <a:ext cx="1566900" cy="480900"/>
          </a:xfrm>
          <a:prstGeom prst="rect">
            <a:avLst/>
          </a:prstGeom>
        </p:spPr>
        <p:txBody>
          <a:bodyPr spcFirstLastPara="1" wrap="square" lIns="0" tIns="0" rIns="91425" bIns="91425" anchor="t" anchorCtr="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grpSp>
        <p:nvGrpSpPr>
          <p:cNvPr id="230" name="Google Shape;230;p18"/>
          <p:cNvGrpSpPr/>
          <p:nvPr/>
        </p:nvGrpSpPr>
        <p:grpSpPr>
          <a:xfrm>
            <a:off x="4308382" y="2704009"/>
            <a:ext cx="4833127" cy="2437045"/>
            <a:chOff x="4308382" y="2704009"/>
            <a:chExt cx="4833127" cy="2437045"/>
          </a:xfrm>
        </p:grpSpPr>
        <p:sp>
          <p:nvSpPr>
            <p:cNvPr id="231" name="Google Shape;231;p18"/>
            <p:cNvSpPr/>
            <p:nvPr/>
          </p:nvSpPr>
          <p:spPr>
            <a:xfrm>
              <a:off x="4308382" y="4487840"/>
              <a:ext cx="4833127" cy="653214"/>
            </a:xfrm>
            <a:custGeom>
              <a:avLst/>
              <a:gdLst/>
              <a:ahLst/>
              <a:cxnLst/>
              <a:rect l="l" t="t" r="r" b="b"/>
              <a:pathLst>
                <a:path w="89735" h="12128" extrusionOk="0">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32" name="Google Shape;232;p18"/>
            <p:cNvSpPr/>
            <p:nvPr/>
          </p:nvSpPr>
          <p:spPr>
            <a:xfrm>
              <a:off x="4308382" y="3740892"/>
              <a:ext cx="4833127" cy="741006"/>
            </a:xfrm>
            <a:custGeom>
              <a:avLst/>
              <a:gdLst/>
              <a:ahLst/>
              <a:cxnLst/>
              <a:rect l="l" t="t" r="r" b="b"/>
              <a:pathLst>
                <a:path w="89735" h="13758" extrusionOk="0">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33" name="Google Shape;233;p18"/>
            <p:cNvSpPr/>
            <p:nvPr/>
          </p:nvSpPr>
          <p:spPr>
            <a:xfrm>
              <a:off x="4308382" y="2704009"/>
              <a:ext cx="4833127" cy="1032065"/>
            </a:xfrm>
            <a:custGeom>
              <a:avLst/>
              <a:gdLst/>
              <a:ahLst/>
              <a:cxnLst/>
              <a:rect l="l" t="t" r="r" b="b"/>
              <a:pathLst>
                <a:path w="89735" h="19162" extrusionOk="0">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grpSp>
      <p:sp>
        <p:nvSpPr>
          <p:cNvPr id="234" name="Google Shape;234;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Alt 1">
  <p:cSld name="BLANK_1_1_1_1_1_1_1">
    <p:spTree>
      <p:nvGrpSpPr>
        <p:cNvPr id="1" name="Shape 235"/>
        <p:cNvGrpSpPr/>
        <p:nvPr/>
      </p:nvGrpSpPr>
      <p:grpSpPr>
        <a:xfrm>
          <a:off x="0" y="0"/>
          <a:ext cx="0" cy="0"/>
          <a:chOff x="0" y="0"/>
          <a:chExt cx="0" cy="0"/>
        </a:xfrm>
      </p:grpSpPr>
      <p:sp>
        <p:nvSpPr>
          <p:cNvPr id="236" name="Google Shape;236;p19"/>
          <p:cNvSpPr/>
          <p:nvPr/>
        </p:nvSpPr>
        <p:spPr>
          <a:xfrm>
            <a:off x="6519500" y="2216800"/>
            <a:ext cx="4728600" cy="1604700"/>
          </a:xfrm>
          <a:prstGeom prst="chord">
            <a:avLst>
              <a:gd name="adj1" fmla="val 4346562"/>
              <a:gd name="adj2" fmla="val 17254322"/>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37" name="Google Shape;237;p19"/>
          <p:cNvSpPr/>
          <p:nvPr/>
        </p:nvSpPr>
        <p:spPr>
          <a:xfrm rot="1800032">
            <a:off x="6670150" y="2309109"/>
            <a:ext cx="4728524" cy="1869582"/>
          </a:xfrm>
          <a:prstGeom prst="chord">
            <a:avLst>
              <a:gd name="adj1" fmla="val 3282930"/>
              <a:gd name="adj2" fmla="val 14744228"/>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38" name="Google Shape;238;p19"/>
          <p:cNvSpPr/>
          <p:nvPr/>
        </p:nvSpPr>
        <p:spPr>
          <a:xfrm>
            <a:off x="6008850" y="3120100"/>
            <a:ext cx="3135148" cy="2023395"/>
          </a:xfrm>
          <a:custGeom>
            <a:avLst/>
            <a:gdLst/>
            <a:ahLst/>
            <a:cxnLst/>
            <a:rect l="l" t="t" r="r" b="b"/>
            <a:pathLst>
              <a:path w="61561" h="29205" extrusionOk="0">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39" name="Google Shape;239;p19"/>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40" name="Google Shape;240;p19"/>
          <p:cNvSpPr txBox="1">
            <a:spLocks noGrp="1"/>
          </p:cNvSpPr>
          <p:nvPr>
            <p:ph type="title" idx="2"/>
          </p:nvPr>
        </p:nvSpPr>
        <p:spPr>
          <a:xfrm>
            <a:off x="115025" y="406250"/>
            <a:ext cx="6507000" cy="2656800"/>
          </a:xfrm>
          <a:prstGeom prst="rect">
            <a:avLst/>
          </a:prstGeom>
        </p:spPr>
        <p:txBody>
          <a:bodyPr spcFirstLastPara="1" wrap="square" lIns="91425" tIns="0" rIns="91425" bIns="91425" anchor="t" anchorCtr="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a:endParaRPr/>
          </a:p>
        </p:txBody>
      </p:sp>
      <p:sp>
        <p:nvSpPr>
          <p:cNvPr id="241" name="Google Shape;241;p19"/>
          <p:cNvSpPr txBox="1">
            <a:spLocks noGrp="1"/>
          </p:cNvSpPr>
          <p:nvPr>
            <p:ph type="subTitle" idx="1"/>
          </p:nvPr>
        </p:nvSpPr>
        <p:spPr>
          <a:xfrm>
            <a:off x="115025" y="3062925"/>
            <a:ext cx="3759600" cy="16599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242" name="Google Shape;242;p19"/>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243" name="Google Shape;243;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Alt 2">
  <p:cSld name="BLANK_1_1_1_1_1_1_1_2">
    <p:spTree>
      <p:nvGrpSpPr>
        <p:cNvPr id="1" name="Shape 244"/>
        <p:cNvGrpSpPr/>
        <p:nvPr/>
      </p:nvGrpSpPr>
      <p:grpSpPr>
        <a:xfrm>
          <a:off x="0" y="0"/>
          <a:ext cx="0" cy="0"/>
          <a:chOff x="0" y="0"/>
          <a:chExt cx="0" cy="0"/>
        </a:xfrm>
      </p:grpSpPr>
      <p:sp>
        <p:nvSpPr>
          <p:cNvPr id="245" name="Google Shape;245;p20"/>
          <p:cNvSpPr/>
          <p:nvPr/>
        </p:nvSpPr>
        <p:spPr>
          <a:xfrm>
            <a:off x="5861425" y="3065475"/>
            <a:ext cx="3282600" cy="2078950"/>
          </a:xfrm>
          <a:custGeom>
            <a:avLst/>
            <a:gdLst/>
            <a:ahLst/>
            <a:cxnLst/>
            <a:rect l="l" t="t" r="r" b="b"/>
            <a:pathLst>
              <a:path w="131304" h="83158" extrusionOk="0">
                <a:moveTo>
                  <a:pt x="131286" y="0"/>
                </a:moveTo>
                <a:lnTo>
                  <a:pt x="131304" y="83132"/>
                </a:lnTo>
                <a:lnTo>
                  <a:pt x="0" y="83158"/>
                </a:lnTo>
                <a:lnTo>
                  <a:pt x="55816" y="4343"/>
                </a:lnTo>
                <a:close/>
              </a:path>
            </a:pathLst>
          </a:custGeom>
          <a:solidFill>
            <a:schemeClr val="accent5"/>
          </a:solidFill>
          <a:ln>
            <a:noFill/>
          </a:ln>
        </p:spPr>
      </p:sp>
      <p:sp>
        <p:nvSpPr>
          <p:cNvPr id="246" name="Google Shape;246;p20"/>
          <p:cNvSpPr/>
          <p:nvPr/>
        </p:nvSpPr>
        <p:spPr>
          <a:xfrm>
            <a:off x="6818025" y="1675"/>
            <a:ext cx="2326300" cy="3183925"/>
          </a:xfrm>
          <a:custGeom>
            <a:avLst/>
            <a:gdLst/>
            <a:ahLst/>
            <a:cxnLst/>
            <a:rect l="l" t="t" r="r" b="b"/>
            <a:pathLst>
              <a:path w="93052" h="127357" extrusionOk="0">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7" name="Google Shape;247;p20"/>
          <p:cNvGrpSpPr/>
          <p:nvPr/>
        </p:nvGrpSpPr>
        <p:grpSpPr>
          <a:xfrm>
            <a:off x="25" y="4625"/>
            <a:ext cx="2329791" cy="795413"/>
            <a:chOff x="21" y="-511"/>
            <a:chExt cx="2329791" cy="800617"/>
          </a:xfrm>
        </p:grpSpPr>
        <p:grpSp>
          <p:nvGrpSpPr>
            <p:cNvPr id="248" name="Google Shape;248;p20"/>
            <p:cNvGrpSpPr/>
            <p:nvPr/>
          </p:nvGrpSpPr>
          <p:grpSpPr>
            <a:xfrm rot="10800000" flipH="1">
              <a:off x="25" y="392516"/>
              <a:ext cx="1927788" cy="407590"/>
              <a:chOff x="537425" y="3249175"/>
              <a:chExt cx="1774800" cy="370200"/>
            </a:xfrm>
          </p:grpSpPr>
          <p:sp>
            <p:nvSpPr>
              <p:cNvPr id="249" name="Google Shape;249;p20"/>
              <p:cNvSpPr/>
              <p:nvPr/>
            </p:nvSpPr>
            <p:spPr>
              <a:xfrm>
                <a:off x="537425" y="3249175"/>
                <a:ext cx="2940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0" name="Google Shape;250;p20"/>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1" name="Google Shape;251;p20"/>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2" name="Google Shape;252;p20"/>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3" name="Google Shape;253;p20"/>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54" name="Google Shape;254;p20"/>
            <p:cNvGrpSpPr/>
            <p:nvPr/>
          </p:nvGrpSpPr>
          <p:grpSpPr>
            <a:xfrm rot="10800000" flipH="1">
              <a:off x="21" y="-511"/>
              <a:ext cx="1927788" cy="393115"/>
              <a:chOff x="537425" y="3249175"/>
              <a:chExt cx="1774800" cy="370200"/>
            </a:xfrm>
          </p:grpSpPr>
          <p:sp>
            <p:nvSpPr>
              <p:cNvPr id="255" name="Google Shape;255;p20"/>
              <p:cNvSpPr/>
              <p:nvPr/>
            </p:nvSpPr>
            <p:spPr>
              <a:xfrm>
                <a:off x="537425" y="3249175"/>
                <a:ext cx="2940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6" name="Google Shape;256;p20"/>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7" name="Google Shape;257;p20"/>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8" name="Google Shape;258;p20"/>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9" name="Google Shape;259;p20"/>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260" name="Google Shape;260;p20"/>
            <p:cNvSpPr/>
            <p:nvPr/>
          </p:nvSpPr>
          <p:spPr>
            <a:xfrm rot="10800000" flipH="1">
              <a:off x="1927813" y="392406"/>
              <a:ext cx="402000" cy="407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261" name="Google Shape;261;p20"/>
          <p:cNvSpPr txBox="1">
            <a:spLocks noGrp="1"/>
          </p:cNvSpPr>
          <p:nvPr>
            <p:ph type="title"/>
          </p:nvPr>
        </p:nvSpPr>
        <p:spPr>
          <a:xfrm>
            <a:off x="96025" y="1206300"/>
            <a:ext cx="6507000" cy="1876200"/>
          </a:xfrm>
          <a:prstGeom prst="rect">
            <a:avLst/>
          </a:prstGeom>
        </p:spPr>
        <p:txBody>
          <a:bodyPr spcFirstLastPara="1" wrap="square" lIns="91425" tIns="91425" rIns="91425" bIns="91425" anchor="t" anchorCtr="0">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a:endParaRPr/>
          </a:p>
        </p:txBody>
      </p:sp>
      <p:sp>
        <p:nvSpPr>
          <p:cNvPr id="262" name="Google Shape;262;p20"/>
          <p:cNvSpPr/>
          <p:nvPr/>
        </p:nvSpPr>
        <p:spPr>
          <a:xfrm rot="386111">
            <a:off x="5422314" y="2861786"/>
            <a:ext cx="5875319" cy="1732905"/>
          </a:xfrm>
          <a:prstGeom prst="chord">
            <a:avLst>
              <a:gd name="adj1" fmla="val 2600939"/>
              <a:gd name="adj2" fmla="val 18561181"/>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63" name="Google Shape;263;p20"/>
          <p:cNvSpPr/>
          <p:nvPr/>
        </p:nvSpPr>
        <p:spPr>
          <a:xfrm rot="1800094">
            <a:off x="5534438" y="2649896"/>
            <a:ext cx="4427191" cy="1750358"/>
          </a:xfrm>
          <a:prstGeom prst="chord">
            <a:avLst>
              <a:gd name="adj1" fmla="val 837048"/>
              <a:gd name="adj2" fmla="val 19665286"/>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64" name="Google Shape;264;p20"/>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65" name="Google Shape;265;p20"/>
          <p:cNvSpPr txBox="1">
            <a:spLocks noGrp="1"/>
          </p:cNvSpPr>
          <p:nvPr>
            <p:ph type="subTitle" idx="1"/>
          </p:nvPr>
        </p:nvSpPr>
        <p:spPr>
          <a:xfrm>
            <a:off x="115025" y="3062925"/>
            <a:ext cx="3759600" cy="16599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266" name="Google Shape;266;p20"/>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267" name="Google Shape;267;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LANK_1_1_1_1_1_1_1_1_1_1_10">
    <p:spTree>
      <p:nvGrpSpPr>
        <p:cNvPr id="1" name="Shape 268"/>
        <p:cNvGrpSpPr/>
        <p:nvPr/>
      </p:nvGrpSpPr>
      <p:grpSpPr>
        <a:xfrm>
          <a:off x="0" y="0"/>
          <a:ext cx="0" cy="0"/>
          <a:chOff x="0" y="0"/>
          <a:chExt cx="0" cy="0"/>
        </a:xfrm>
      </p:grpSpPr>
      <p:sp>
        <p:nvSpPr>
          <p:cNvPr id="269" name="Google Shape;269;p21"/>
          <p:cNvSpPr/>
          <p:nvPr/>
        </p:nvSpPr>
        <p:spPr>
          <a:xfrm rot="-900031" flipH="1">
            <a:off x="1792020" y="1182391"/>
            <a:ext cx="5560068" cy="196350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0" name="Google Shape;270;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1" name="Google Shape;271;p21"/>
          <p:cNvSpPr txBox="1">
            <a:spLocks noGrp="1"/>
          </p:cNvSpPr>
          <p:nvPr>
            <p:ph type="body" idx="1"/>
          </p:nvPr>
        </p:nvSpPr>
        <p:spPr>
          <a:xfrm>
            <a:off x="2351750" y="3857450"/>
            <a:ext cx="4346700" cy="4527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Sora"/>
              <a:buChar char="●"/>
              <a:defRPr/>
            </a:lvl1pPr>
            <a:lvl2pPr marL="914400" lvl="1" indent="-304800">
              <a:spcBef>
                <a:spcPts val="0"/>
              </a:spcBef>
              <a:spcAft>
                <a:spcPts val="0"/>
              </a:spcAft>
              <a:buClr>
                <a:schemeClr val="lt1"/>
              </a:buClr>
              <a:buSzPts val="1200"/>
              <a:buFont typeface="Sora"/>
              <a:buChar char="○"/>
              <a:defRPr/>
            </a:lvl2pPr>
            <a:lvl3pPr marL="1371600" lvl="2" indent="-304800">
              <a:spcBef>
                <a:spcPts val="0"/>
              </a:spcBef>
              <a:spcAft>
                <a:spcPts val="0"/>
              </a:spcAft>
              <a:buClr>
                <a:schemeClr val="lt1"/>
              </a:buClr>
              <a:buSzPts val="1200"/>
              <a:buFont typeface="Sora"/>
              <a:buChar char="■"/>
              <a:defRPr/>
            </a:lvl3pPr>
            <a:lvl4pPr marL="1828800" lvl="3" indent="-304800">
              <a:spcBef>
                <a:spcPts val="0"/>
              </a:spcBef>
              <a:spcAft>
                <a:spcPts val="0"/>
              </a:spcAft>
              <a:buClr>
                <a:schemeClr val="lt1"/>
              </a:buClr>
              <a:buSzPts val="1200"/>
              <a:buFont typeface="Sora"/>
              <a:buChar char="●"/>
              <a:defRPr/>
            </a:lvl4pPr>
            <a:lvl5pPr marL="2286000" lvl="4" indent="-304800">
              <a:spcBef>
                <a:spcPts val="0"/>
              </a:spcBef>
              <a:spcAft>
                <a:spcPts val="0"/>
              </a:spcAft>
              <a:buClr>
                <a:schemeClr val="lt1"/>
              </a:buClr>
              <a:buSzPts val="1200"/>
              <a:buFont typeface="Sora"/>
              <a:buChar char="○"/>
              <a:defRPr/>
            </a:lvl5pPr>
            <a:lvl6pPr marL="2743200" lvl="5" indent="-304800">
              <a:spcBef>
                <a:spcPts val="0"/>
              </a:spcBef>
              <a:spcAft>
                <a:spcPts val="0"/>
              </a:spcAft>
              <a:buClr>
                <a:schemeClr val="lt1"/>
              </a:buClr>
              <a:buSzPts val="1200"/>
              <a:buFont typeface="Sora"/>
              <a:buChar char="■"/>
              <a:defRPr/>
            </a:lvl6pPr>
            <a:lvl7pPr marL="3200400" lvl="6" indent="-304800">
              <a:spcBef>
                <a:spcPts val="0"/>
              </a:spcBef>
              <a:spcAft>
                <a:spcPts val="0"/>
              </a:spcAft>
              <a:buClr>
                <a:schemeClr val="lt1"/>
              </a:buClr>
              <a:buSzPts val="1200"/>
              <a:buFont typeface="Sora"/>
              <a:buChar char="●"/>
              <a:defRPr/>
            </a:lvl7pPr>
            <a:lvl8pPr marL="3657600" lvl="7" indent="-304800">
              <a:spcBef>
                <a:spcPts val="0"/>
              </a:spcBef>
              <a:spcAft>
                <a:spcPts val="0"/>
              </a:spcAft>
              <a:buClr>
                <a:schemeClr val="lt1"/>
              </a:buClr>
              <a:buSzPts val="1200"/>
              <a:buFont typeface="Sora"/>
              <a:buChar char="○"/>
              <a:defRPr/>
            </a:lvl8pPr>
            <a:lvl9pPr marL="4114800" lvl="8" indent="-304800">
              <a:spcBef>
                <a:spcPts val="0"/>
              </a:spcBef>
              <a:spcAft>
                <a:spcPts val="0"/>
              </a:spcAft>
              <a:buClr>
                <a:schemeClr val="lt1"/>
              </a:buClr>
              <a:buSzPts val="1200"/>
              <a:buFont typeface="Sora"/>
              <a:buChar char="■"/>
              <a:defRPr/>
            </a:lvl9pPr>
          </a:lstStyle>
          <a:p>
            <a:endParaRPr/>
          </a:p>
        </p:txBody>
      </p:sp>
      <p:sp>
        <p:nvSpPr>
          <p:cNvPr id="272" name="Google Shape;272;p21"/>
          <p:cNvSpPr txBox="1">
            <a:spLocks noGrp="1"/>
          </p:cNvSpPr>
          <p:nvPr>
            <p:ph type="title" hasCustomPrompt="1"/>
          </p:nvPr>
        </p:nvSpPr>
        <p:spPr>
          <a:xfrm>
            <a:off x="2662050" y="1182350"/>
            <a:ext cx="3819900" cy="19635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73" name="Google Shape;273;p21"/>
          <p:cNvSpPr/>
          <p:nvPr/>
        </p:nvSpPr>
        <p:spPr>
          <a:xfrm rot="900031" flipH="1">
            <a:off x="1791931" y="1182353"/>
            <a:ext cx="5560068" cy="196350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4" name="Google Shape;274;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 Alt 2">
  <p:cSld name="BLANK_1_1_1_1_1_1_1_1_1_1_9">
    <p:spTree>
      <p:nvGrpSpPr>
        <p:cNvPr id="1" name="Shape 275"/>
        <p:cNvGrpSpPr/>
        <p:nvPr/>
      </p:nvGrpSpPr>
      <p:grpSpPr>
        <a:xfrm>
          <a:off x="0" y="0"/>
          <a:ext cx="0" cy="0"/>
          <a:chOff x="0" y="0"/>
          <a:chExt cx="0" cy="0"/>
        </a:xfrm>
      </p:grpSpPr>
      <p:grpSp>
        <p:nvGrpSpPr>
          <p:cNvPr id="276" name="Google Shape;276;p22"/>
          <p:cNvGrpSpPr/>
          <p:nvPr/>
        </p:nvGrpSpPr>
        <p:grpSpPr>
          <a:xfrm flipH="1">
            <a:off x="3212200" y="0"/>
            <a:ext cx="1851000" cy="1225325"/>
            <a:chOff x="461225" y="3875100"/>
            <a:chExt cx="1851000" cy="1225325"/>
          </a:xfrm>
        </p:grpSpPr>
        <p:grpSp>
          <p:nvGrpSpPr>
            <p:cNvPr id="277" name="Google Shape;277;p22"/>
            <p:cNvGrpSpPr/>
            <p:nvPr/>
          </p:nvGrpSpPr>
          <p:grpSpPr>
            <a:xfrm>
              <a:off x="461225" y="3875100"/>
              <a:ext cx="1851000" cy="114600"/>
              <a:chOff x="461225" y="3504775"/>
              <a:chExt cx="1851000" cy="114600"/>
            </a:xfrm>
          </p:grpSpPr>
          <p:sp>
            <p:nvSpPr>
              <p:cNvPr id="278" name="Google Shape;278;p22"/>
              <p:cNvSpPr/>
              <p:nvPr/>
            </p:nvSpPr>
            <p:spPr>
              <a:xfrm>
                <a:off x="4612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9" name="Google Shape;279;p22"/>
              <p:cNvSpPr/>
              <p:nvPr/>
            </p:nvSpPr>
            <p:spPr>
              <a:xfrm>
                <a:off x="8314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0" name="Google Shape;280;p22"/>
              <p:cNvSpPr/>
              <p:nvPr/>
            </p:nvSpPr>
            <p:spPr>
              <a:xfrm>
                <a:off x="12016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1" name="Google Shape;281;p22"/>
              <p:cNvSpPr/>
              <p:nvPr/>
            </p:nvSpPr>
            <p:spPr>
              <a:xfrm>
                <a:off x="15718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2" name="Google Shape;282;p22"/>
              <p:cNvSpPr/>
              <p:nvPr/>
            </p:nvSpPr>
            <p:spPr>
              <a:xfrm>
                <a:off x="19420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83" name="Google Shape;283;p22"/>
            <p:cNvGrpSpPr/>
            <p:nvPr/>
          </p:nvGrpSpPr>
          <p:grpSpPr>
            <a:xfrm>
              <a:off x="461225" y="3989700"/>
              <a:ext cx="1480800" cy="1110725"/>
              <a:chOff x="461225" y="3249175"/>
              <a:chExt cx="1480800" cy="1110725"/>
            </a:xfrm>
          </p:grpSpPr>
          <p:sp>
            <p:nvSpPr>
              <p:cNvPr id="284" name="Google Shape;284;p22"/>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5" name="Google Shape;285;p22"/>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6" name="Google Shape;286;p22"/>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7" name="Google Shape;287;p22"/>
              <p:cNvSpPr/>
              <p:nvPr/>
            </p:nvSpPr>
            <p:spPr>
              <a:xfrm>
                <a:off x="1201625" y="3989700"/>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88" name="Google Shape;288;p22"/>
            <p:cNvGrpSpPr/>
            <p:nvPr/>
          </p:nvGrpSpPr>
          <p:grpSpPr>
            <a:xfrm>
              <a:off x="831425" y="4360025"/>
              <a:ext cx="1480800" cy="370200"/>
              <a:chOff x="831425" y="3249175"/>
              <a:chExt cx="1480800" cy="370200"/>
            </a:xfrm>
          </p:grpSpPr>
          <p:sp>
            <p:nvSpPr>
              <p:cNvPr id="289" name="Google Shape;289;p22"/>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90" name="Google Shape;290;p22"/>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91" name="Google Shape;291;p22"/>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92" name="Google Shape;292;p22"/>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293" name="Google Shape;293;p22"/>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94" name="Google Shape;294;p22"/>
          <p:cNvSpPr txBox="1">
            <a:spLocks noGrp="1"/>
          </p:cNvSpPr>
          <p:nvPr>
            <p:ph type="title" idx="2"/>
          </p:nvPr>
        </p:nvSpPr>
        <p:spPr>
          <a:xfrm>
            <a:off x="115025" y="502775"/>
            <a:ext cx="58290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95" name="Google Shape;295;p22"/>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296" name="Google Shape;296;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oadmap">
  <p:cSld name="CUSTOM_2">
    <p:spTree>
      <p:nvGrpSpPr>
        <p:cNvPr id="1" name="Shape 297"/>
        <p:cNvGrpSpPr/>
        <p:nvPr/>
      </p:nvGrpSpPr>
      <p:grpSpPr>
        <a:xfrm>
          <a:off x="0" y="0"/>
          <a:ext cx="0" cy="0"/>
          <a:chOff x="0" y="0"/>
          <a:chExt cx="0" cy="0"/>
        </a:xfrm>
      </p:grpSpPr>
      <p:sp>
        <p:nvSpPr>
          <p:cNvPr id="298" name="Google Shape;298;p23"/>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99" name="Google Shape;299;p23"/>
          <p:cNvSpPr txBox="1">
            <a:spLocks noGrp="1"/>
          </p:cNvSpPr>
          <p:nvPr>
            <p:ph type="title" idx="2"/>
          </p:nvPr>
        </p:nvSpPr>
        <p:spPr>
          <a:xfrm>
            <a:off x="115025" y="502775"/>
            <a:ext cx="5400000" cy="6888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grpSp>
        <p:nvGrpSpPr>
          <p:cNvPr id="300" name="Google Shape;300;p23"/>
          <p:cNvGrpSpPr/>
          <p:nvPr/>
        </p:nvGrpSpPr>
        <p:grpSpPr>
          <a:xfrm rot="10800000" flipH="1">
            <a:off x="6179902" y="24"/>
            <a:ext cx="2963226" cy="1495659"/>
            <a:chOff x="4306084" y="2701610"/>
            <a:chExt cx="4837921" cy="2441893"/>
          </a:xfrm>
        </p:grpSpPr>
        <p:sp>
          <p:nvSpPr>
            <p:cNvPr id="301" name="Google Shape;301;p23"/>
            <p:cNvSpPr/>
            <p:nvPr/>
          </p:nvSpPr>
          <p:spPr>
            <a:xfrm>
              <a:off x="4306084" y="4485495"/>
              <a:ext cx="4837921" cy="658008"/>
            </a:xfrm>
            <a:custGeom>
              <a:avLst/>
              <a:gdLst/>
              <a:ahLst/>
              <a:cxnLst/>
              <a:rect l="l" t="t" r="r" b="b"/>
              <a:pathLst>
                <a:path w="89824" h="12217" fill="none" extrusionOk="0">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02" name="Google Shape;302;p23"/>
            <p:cNvSpPr/>
            <p:nvPr/>
          </p:nvSpPr>
          <p:spPr>
            <a:xfrm>
              <a:off x="4306084" y="3738493"/>
              <a:ext cx="4837921" cy="747038"/>
            </a:xfrm>
            <a:custGeom>
              <a:avLst/>
              <a:gdLst/>
              <a:ahLst/>
              <a:cxnLst/>
              <a:rect l="l" t="t" r="r" b="b"/>
              <a:pathLst>
                <a:path w="89824" h="13870" fill="none" extrusionOk="0">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03" name="Google Shape;303;p23"/>
            <p:cNvSpPr/>
            <p:nvPr/>
          </p:nvSpPr>
          <p:spPr>
            <a:xfrm>
              <a:off x="4306084" y="2701610"/>
              <a:ext cx="4837921" cy="1036913"/>
            </a:xfrm>
            <a:custGeom>
              <a:avLst/>
              <a:gdLst/>
              <a:ahLst/>
              <a:cxnLst/>
              <a:rect l="l" t="t" r="r" b="b"/>
              <a:pathLst>
                <a:path w="89824" h="19252" fill="none" extrusionOk="0">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grpSp>
      <p:sp>
        <p:nvSpPr>
          <p:cNvPr id="304" name="Google Shape;304;p23"/>
          <p:cNvSpPr txBox="1">
            <a:spLocks noGrp="1"/>
          </p:cNvSpPr>
          <p:nvPr>
            <p:ph type="subTitle" idx="1"/>
          </p:nvPr>
        </p:nvSpPr>
        <p:spPr>
          <a:xfrm>
            <a:off x="278850" y="2976125"/>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5" name="Google Shape;305;p23"/>
          <p:cNvSpPr txBox="1">
            <a:spLocks noGrp="1"/>
          </p:cNvSpPr>
          <p:nvPr>
            <p:ph type="subTitle" idx="3"/>
          </p:nvPr>
        </p:nvSpPr>
        <p:spPr>
          <a:xfrm>
            <a:off x="1720650" y="258930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6" name="Google Shape;306;p23"/>
          <p:cNvSpPr txBox="1">
            <a:spLocks noGrp="1"/>
          </p:cNvSpPr>
          <p:nvPr>
            <p:ph type="subTitle" idx="4"/>
          </p:nvPr>
        </p:nvSpPr>
        <p:spPr>
          <a:xfrm>
            <a:off x="3155400" y="230665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23"/>
          <p:cNvSpPr txBox="1">
            <a:spLocks noGrp="1"/>
          </p:cNvSpPr>
          <p:nvPr>
            <p:ph type="subTitle" idx="5"/>
          </p:nvPr>
        </p:nvSpPr>
        <p:spPr>
          <a:xfrm>
            <a:off x="4597200" y="199320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23"/>
          <p:cNvSpPr txBox="1">
            <a:spLocks noGrp="1"/>
          </p:cNvSpPr>
          <p:nvPr>
            <p:ph type="subTitle" idx="6"/>
          </p:nvPr>
        </p:nvSpPr>
        <p:spPr>
          <a:xfrm>
            <a:off x="6031950" y="164910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9" name="Google Shape;309;p23"/>
          <p:cNvSpPr txBox="1">
            <a:spLocks noGrp="1"/>
          </p:cNvSpPr>
          <p:nvPr>
            <p:ph type="subTitle" idx="7"/>
          </p:nvPr>
        </p:nvSpPr>
        <p:spPr>
          <a:xfrm>
            <a:off x="7473750" y="127795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310" name="Google Shape;310;p23"/>
          <p:cNvGrpSpPr/>
          <p:nvPr/>
        </p:nvGrpSpPr>
        <p:grpSpPr>
          <a:xfrm>
            <a:off x="2674998" y="2923250"/>
            <a:ext cx="6470027" cy="2221724"/>
            <a:chOff x="2674998" y="2923250"/>
            <a:chExt cx="6470027" cy="2221724"/>
          </a:xfrm>
        </p:grpSpPr>
        <p:sp>
          <p:nvSpPr>
            <p:cNvPr id="311" name="Google Shape;311;p23"/>
            <p:cNvSpPr/>
            <p:nvPr/>
          </p:nvSpPr>
          <p:spPr>
            <a:xfrm flipH="1">
              <a:off x="2674998" y="2923250"/>
              <a:ext cx="6469577" cy="2221028"/>
            </a:xfrm>
            <a:custGeom>
              <a:avLst/>
              <a:gdLst/>
              <a:ahLst/>
              <a:cxnLst/>
              <a:rect l="l" t="t" r="r" b="b"/>
              <a:pathLst>
                <a:path w="409856" h="140705" extrusionOk="0">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txBody>
            <a:bodyPr/>
            <a:lstStyle/>
            <a:p>
              <a:endParaRPr lang="en-US"/>
            </a:p>
          </p:txBody>
        </p:sp>
        <p:sp>
          <p:nvSpPr>
            <p:cNvPr id="312" name="Google Shape;312;p23"/>
            <p:cNvSpPr/>
            <p:nvPr/>
          </p:nvSpPr>
          <p:spPr>
            <a:xfrm flipH="1">
              <a:off x="8645446" y="2924025"/>
              <a:ext cx="499579" cy="2220949"/>
            </a:xfrm>
            <a:custGeom>
              <a:avLst/>
              <a:gdLst/>
              <a:ahLst/>
              <a:cxnLst/>
              <a:rect l="l" t="t" r="r" b="b"/>
              <a:pathLst>
                <a:path w="31649" h="140700" extrusionOk="0">
                  <a:moveTo>
                    <a:pt x="31649" y="0"/>
                  </a:moveTo>
                  <a:lnTo>
                    <a:pt x="0" y="140700"/>
                  </a:lnTo>
                  <a:lnTo>
                    <a:pt x="65" y="53185"/>
                  </a:lnTo>
                  <a:close/>
                </a:path>
              </a:pathLst>
            </a:custGeom>
            <a:solidFill>
              <a:schemeClr val="accent5"/>
            </a:solidFill>
            <a:ln>
              <a:noFill/>
            </a:ln>
          </p:spPr>
          <p:txBody>
            <a:bodyPr/>
            <a:lstStyle/>
            <a:p>
              <a:endParaRPr lang="en-US"/>
            </a:p>
          </p:txBody>
        </p:sp>
      </p:grpSp>
      <p:sp>
        <p:nvSpPr>
          <p:cNvPr id="313" name="Google Shape;313;p23"/>
          <p:cNvSpPr txBox="1">
            <a:spLocks noGrp="1"/>
          </p:cNvSpPr>
          <p:nvPr>
            <p:ph type="title" idx="8"/>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14" name="Google Shape;314;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 Alt 2">
  <p:cSld name="BLANK_1_1_1_1_1_1_1_1_1_1_7">
    <p:spTree>
      <p:nvGrpSpPr>
        <p:cNvPr id="1" name="Shape 315"/>
        <p:cNvGrpSpPr/>
        <p:nvPr/>
      </p:nvGrpSpPr>
      <p:grpSpPr>
        <a:xfrm>
          <a:off x="0" y="0"/>
          <a:ext cx="0" cy="0"/>
          <a:chOff x="0" y="0"/>
          <a:chExt cx="0" cy="0"/>
        </a:xfrm>
      </p:grpSpPr>
      <p:sp>
        <p:nvSpPr>
          <p:cNvPr id="316" name="Google Shape;316;p24"/>
          <p:cNvSpPr/>
          <p:nvPr/>
        </p:nvSpPr>
        <p:spPr>
          <a:xfrm>
            <a:off x="5050850" y="3243900"/>
            <a:ext cx="4093093" cy="1899657"/>
          </a:xfrm>
          <a:custGeom>
            <a:avLst/>
            <a:gdLst/>
            <a:ahLst/>
            <a:cxnLst/>
            <a:rect l="l" t="t" r="r" b="b"/>
            <a:pathLst>
              <a:path w="115714" h="54955" fill="none" extrusionOk="0">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17" name="Google Shape;317;p24"/>
          <p:cNvSpPr/>
          <p:nvPr/>
        </p:nvSpPr>
        <p:spPr>
          <a:xfrm>
            <a:off x="6123025" y="-3887"/>
            <a:ext cx="3022650" cy="837525"/>
          </a:xfrm>
          <a:custGeom>
            <a:avLst/>
            <a:gdLst/>
            <a:ahLst/>
            <a:cxnLst/>
            <a:rect l="l" t="t" r="r" b="b"/>
            <a:pathLst>
              <a:path w="120906" h="33501" extrusionOk="0">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dist="219075" dir="5700000" algn="bl" rotWithShape="0">
              <a:schemeClr val="lt2">
                <a:alpha val="40000"/>
              </a:schemeClr>
            </a:outerShdw>
          </a:effectLst>
        </p:spPr>
      </p:sp>
      <p:sp>
        <p:nvSpPr>
          <p:cNvPr id="318" name="Google Shape;318;p24"/>
          <p:cNvSpPr txBox="1">
            <a:spLocks noGrp="1"/>
          </p:cNvSpPr>
          <p:nvPr>
            <p:ph type="title"/>
          </p:nvPr>
        </p:nvSpPr>
        <p:spPr>
          <a:xfrm>
            <a:off x="1143300" y="1526963"/>
            <a:ext cx="2197500" cy="4020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a:endParaRPr/>
          </a:p>
        </p:txBody>
      </p:sp>
      <p:sp>
        <p:nvSpPr>
          <p:cNvPr id="319" name="Google Shape;319;p24"/>
          <p:cNvSpPr txBox="1">
            <a:spLocks noGrp="1"/>
          </p:cNvSpPr>
          <p:nvPr>
            <p:ph type="title" idx="2"/>
          </p:nvPr>
        </p:nvSpPr>
        <p:spPr>
          <a:xfrm>
            <a:off x="3820750" y="1526963"/>
            <a:ext cx="2197500" cy="402000"/>
          </a:xfrm>
          <a:prstGeom prst="rect">
            <a:avLst/>
          </a:prstGeom>
        </p:spPr>
        <p:txBody>
          <a:bodyPr spcFirstLastPara="1" wrap="square" lIns="0" tIns="91425" rIns="91425" bIns="91425" anchor="b" anchorCtr="0">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320" name="Google Shape;320;p24"/>
          <p:cNvSpPr txBox="1">
            <a:spLocks noGrp="1"/>
          </p:cNvSpPr>
          <p:nvPr>
            <p:ph type="title" idx="3"/>
          </p:nvPr>
        </p:nvSpPr>
        <p:spPr>
          <a:xfrm>
            <a:off x="1129950" y="1992625"/>
            <a:ext cx="2024700" cy="688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1" name="Google Shape;321;p24"/>
          <p:cNvSpPr txBox="1">
            <a:spLocks noGrp="1"/>
          </p:cNvSpPr>
          <p:nvPr>
            <p:ph type="title" idx="4"/>
          </p:nvPr>
        </p:nvSpPr>
        <p:spPr>
          <a:xfrm>
            <a:off x="1129950" y="2801602"/>
            <a:ext cx="2024700" cy="688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2" name="Google Shape;322;p24"/>
          <p:cNvSpPr txBox="1">
            <a:spLocks noGrp="1"/>
          </p:cNvSpPr>
          <p:nvPr>
            <p:ph type="title" idx="5"/>
          </p:nvPr>
        </p:nvSpPr>
        <p:spPr>
          <a:xfrm>
            <a:off x="1129950" y="3610580"/>
            <a:ext cx="2024700" cy="688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3" name="Google Shape;323;p24"/>
          <p:cNvSpPr txBox="1">
            <a:spLocks noGrp="1"/>
          </p:cNvSpPr>
          <p:nvPr>
            <p:ph type="title" idx="6"/>
          </p:nvPr>
        </p:nvSpPr>
        <p:spPr>
          <a:xfrm>
            <a:off x="3820750" y="1992625"/>
            <a:ext cx="3350700" cy="6888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4" name="Google Shape;324;p24"/>
          <p:cNvSpPr txBox="1">
            <a:spLocks noGrp="1"/>
          </p:cNvSpPr>
          <p:nvPr>
            <p:ph type="title" idx="7"/>
          </p:nvPr>
        </p:nvSpPr>
        <p:spPr>
          <a:xfrm>
            <a:off x="3820750" y="2801550"/>
            <a:ext cx="3350700" cy="6888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5" name="Google Shape;325;p24"/>
          <p:cNvSpPr txBox="1">
            <a:spLocks noGrp="1"/>
          </p:cNvSpPr>
          <p:nvPr>
            <p:ph type="title" idx="8"/>
          </p:nvPr>
        </p:nvSpPr>
        <p:spPr>
          <a:xfrm>
            <a:off x="3820750" y="3610475"/>
            <a:ext cx="3350700" cy="6888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26" name="Google Shape;326;p24"/>
          <p:cNvSpPr txBox="1">
            <a:spLocks noGrp="1"/>
          </p:cNvSpPr>
          <p:nvPr>
            <p:ph type="title" idx="9"/>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27" name="Google Shape;327;p24"/>
          <p:cNvSpPr txBox="1">
            <a:spLocks noGrp="1"/>
          </p:cNvSpPr>
          <p:nvPr>
            <p:ph type="title" idx="13"/>
          </p:nvPr>
        </p:nvSpPr>
        <p:spPr>
          <a:xfrm>
            <a:off x="115025" y="502775"/>
            <a:ext cx="6440400" cy="6888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328" name="Google Shape;328;p24"/>
          <p:cNvSpPr txBox="1">
            <a:spLocks noGrp="1"/>
          </p:cNvSpPr>
          <p:nvPr>
            <p:ph type="title" idx="14"/>
          </p:nvPr>
        </p:nvSpPr>
        <p:spPr>
          <a:xfrm>
            <a:off x="228600" y="2127325"/>
            <a:ext cx="739800" cy="41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a:endParaRPr/>
          </a:p>
        </p:txBody>
      </p:sp>
      <p:sp>
        <p:nvSpPr>
          <p:cNvPr id="329" name="Google Shape;329;p24"/>
          <p:cNvSpPr txBox="1">
            <a:spLocks noGrp="1"/>
          </p:cNvSpPr>
          <p:nvPr>
            <p:ph type="title" idx="15"/>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30" name="Google Shape;330;p24"/>
          <p:cNvSpPr txBox="1">
            <a:spLocks noGrp="1"/>
          </p:cNvSpPr>
          <p:nvPr>
            <p:ph type="title" idx="16"/>
          </p:nvPr>
        </p:nvSpPr>
        <p:spPr>
          <a:xfrm>
            <a:off x="228600" y="2936225"/>
            <a:ext cx="739800" cy="41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a:endParaRPr/>
          </a:p>
        </p:txBody>
      </p:sp>
      <p:sp>
        <p:nvSpPr>
          <p:cNvPr id="331" name="Google Shape;331;p24"/>
          <p:cNvSpPr txBox="1">
            <a:spLocks noGrp="1"/>
          </p:cNvSpPr>
          <p:nvPr>
            <p:ph type="title" idx="17"/>
          </p:nvPr>
        </p:nvSpPr>
        <p:spPr>
          <a:xfrm>
            <a:off x="228600" y="3745125"/>
            <a:ext cx="739800" cy="41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a:endParaRPr/>
          </a:p>
        </p:txBody>
      </p:sp>
      <p:sp>
        <p:nvSpPr>
          <p:cNvPr id="332" name="Google Shape;332;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hart">
  <p:cSld name="BLANK_1_1_1_1_1_1_1_1_1_1_7_1">
    <p:spTree>
      <p:nvGrpSpPr>
        <p:cNvPr id="1" name="Shape 333"/>
        <p:cNvGrpSpPr/>
        <p:nvPr/>
      </p:nvGrpSpPr>
      <p:grpSpPr>
        <a:xfrm>
          <a:off x="0" y="0"/>
          <a:ext cx="0" cy="0"/>
          <a:chOff x="0" y="0"/>
          <a:chExt cx="0" cy="0"/>
        </a:xfrm>
      </p:grpSpPr>
      <p:sp>
        <p:nvSpPr>
          <p:cNvPr id="334" name="Google Shape;334;p25"/>
          <p:cNvSpPr/>
          <p:nvPr/>
        </p:nvSpPr>
        <p:spPr>
          <a:xfrm rot="-1079220" flipH="1">
            <a:off x="-2010221" y="4250160"/>
            <a:ext cx="4477637" cy="804981"/>
          </a:xfrm>
          <a:prstGeom prst="chord">
            <a:avLst>
              <a:gd name="adj1" fmla="val 2752926"/>
              <a:gd name="adj2" fmla="val 1719354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335" name="Google Shape;335;p25"/>
          <p:cNvGrpSpPr/>
          <p:nvPr/>
        </p:nvGrpSpPr>
        <p:grpSpPr>
          <a:xfrm rot="-5400000">
            <a:off x="4030013" y="41713"/>
            <a:ext cx="1026300" cy="9201675"/>
            <a:chOff x="670045" y="-5692564"/>
            <a:chExt cx="1026300" cy="9201675"/>
          </a:xfrm>
        </p:grpSpPr>
        <p:sp>
          <p:nvSpPr>
            <p:cNvPr id="336" name="Google Shape;336;p25"/>
            <p:cNvSpPr/>
            <p:nvPr/>
          </p:nvSpPr>
          <p:spPr>
            <a:xfrm>
              <a:off x="675320" y="-5692564"/>
              <a:ext cx="1010925" cy="7239975"/>
            </a:xfrm>
            <a:custGeom>
              <a:avLst/>
              <a:gdLst/>
              <a:ahLst/>
              <a:cxnLst/>
              <a:rect l="l" t="t" r="r" b="b"/>
              <a:pathLst>
                <a:path w="40437" h="289599" extrusionOk="0">
                  <a:moveTo>
                    <a:pt x="40437" y="287489"/>
                  </a:moveTo>
                  <a:lnTo>
                    <a:pt x="0" y="0"/>
                  </a:lnTo>
                  <a:lnTo>
                    <a:pt x="242" y="276278"/>
                  </a:lnTo>
                  <a:lnTo>
                    <a:pt x="238" y="289599"/>
                  </a:lnTo>
                  <a:close/>
                </a:path>
              </a:pathLst>
            </a:custGeom>
            <a:solidFill>
              <a:schemeClr val="lt1"/>
            </a:solidFill>
            <a:ln>
              <a:noFill/>
            </a:ln>
          </p:spPr>
        </p:sp>
        <p:sp>
          <p:nvSpPr>
            <p:cNvPr id="337" name="Google Shape;337;p25"/>
            <p:cNvSpPr/>
            <p:nvPr/>
          </p:nvSpPr>
          <p:spPr>
            <a:xfrm>
              <a:off x="670045" y="1494661"/>
              <a:ext cx="1026300" cy="2014450"/>
            </a:xfrm>
            <a:custGeom>
              <a:avLst/>
              <a:gdLst/>
              <a:ahLst/>
              <a:cxnLst/>
              <a:rect l="l" t="t" r="r" b="b"/>
              <a:pathLst>
                <a:path w="41052" h="80578" extrusionOk="0">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38" name="Google Shape;338;p25"/>
          <p:cNvSpPr txBox="1">
            <a:spLocks noGrp="1"/>
          </p:cNvSpPr>
          <p:nvPr>
            <p:ph type="title"/>
          </p:nvPr>
        </p:nvSpPr>
        <p:spPr>
          <a:xfrm>
            <a:off x="3720025" y="1709075"/>
            <a:ext cx="1665300" cy="19380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a:endParaRPr/>
          </a:p>
        </p:txBody>
      </p:sp>
      <p:sp>
        <p:nvSpPr>
          <p:cNvPr id="339" name="Google Shape;339;p25"/>
          <p:cNvSpPr txBox="1">
            <a:spLocks noGrp="1"/>
          </p:cNvSpPr>
          <p:nvPr>
            <p:ph type="title" idx="2"/>
          </p:nvPr>
        </p:nvSpPr>
        <p:spPr>
          <a:xfrm>
            <a:off x="7148925" y="1709075"/>
            <a:ext cx="1665300" cy="19380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340" name="Google Shape;340;p25"/>
          <p:cNvSpPr txBox="1">
            <a:spLocks noGrp="1"/>
          </p:cNvSpPr>
          <p:nvPr>
            <p:ph type="title" idx="3"/>
          </p:nvPr>
        </p:nvSpPr>
        <p:spPr>
          <a:xfrm>
            <a:off x="5434475" y="1709075"/>
            <a:ext cx="1665300" cy="19380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341" name="Google Shape;341;p25"/>
          <p:cNvSpPr txBox="1">
            <a:spLocks noGrp="1"/>
          </p:cNvSpPr>
          <p:nvPr>
            <p:ph type="title" idx="4"/>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42" name="Google Shape;342;p25"/>
          <p:cNvSpPr txBox="1">
            <a:spLocks noGrp="1"/>
          </p:cNvSpPr>
          <p:nvPr>
            <p:ph type="title" idx="5"/>
          </p:nvPr>
        </p:nvSpPr>
        <p:spPr>
          <a:xfrm>
            <a:off x="108300" y="1168075"/>
            <a:ext cx="3544500" cy="2275200"/>
          </a:xfrm>
          <a:prstGeom prst="rect">
            <a:avLst/>
          </a:prstGeom>
        </p:spPr>
        <p:txBody>
          <a:bodyPr spcFirstLastPara="1" wrap="square" lIns="91425" tIns="0" rIns="91425" bIns="91425" anchor="t" anchorCtr="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a:endParaRPr/>
          </a:p>
        </p:txBody>
      </p:sp>
      <p:sp>
        <p:nvSpPr>
          <p:cNvPr id="343" name="Google Shape;343;p25"/>
          <p:cNvSpPr txBox="1">
            <a:spLocks noGrp="1"/>
          </p:cNvSpPr>
          <p:nvPr>
            <p:ph type="title" idx="6"/>
          </p:nvPr>
        </p:nvSpPr>
        <p:spPr>
          <a:xfrm>
            <a:off x="3720025" y="1287875"/>
            <a:ext cx="4295400" cy="277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a:endParaRPr/>
          </a:p>
        </p:txBody>
      </p:sp>
      <p:sp>
        <p:nvSpPr>
          <p:cNvPr id="344" name="Google Shape;344;p25"/>
          <p:cNvSpPr txBox="1">
            <a:spLocks noGrp="1"/>
          </p:cNvSpPr>
          <p:nvPr>
            <p:ph type="title" idx="7"/>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45" name="Google Shape;345;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ubtitle">
  <p:cSld name="BLANK_1_1_1_1_1_1_1_1_1_1_6">
    <p:spTree>
      <p:nvGrpSpPr>
        <p:cNvPr id="1" name="Shape 346"/>
        <p:cNvGrpSpPr/>
        <p:nvPr/>
      </p:nvGrpSpPr>
      <p:grpSpPr>
        <a:xfrm>
          <a:off x="0" y="0"/>
          <a:ext cx="0" cy="0"/>
          <a:chOff x="0" y="0"/>
          <a:chExt cx="0" cy="0"/>
        </a:xfrm>
      </p:grpSpPr>
      <p:sp>
        <p:nvSpPr>
          <p:cNvPr id="347" name="Google Shape;347;p26"/>
          <p:cNvSpPr/>
          <p:nvPr/>
        </p:nvSpPr>
        <p:spPr>
          <a:xfrm rot="35689">
            <a:off x="3842097" y="2193145"/>
            <a:ext cx="4854862" cy="1982508"/>
          </a:xfrm>
          <a:prstGeom prst="flowChartConnector">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48" name="Google Shape;348;p26"/>
          <p:cNvSpPr/>
          <p:nvPr/>
        </p:nvSpPr>
        <p:spPr>
          <a:xfrm rot="-1029644">
            <a:off x="3491561" y="2543266"/>
            <a:ext cx="5708121" cy="1598166"/>
          </a:xfrm>
          <a:prstGeom prst="flowChartConnector">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349" name="Google Shape;349;p26"/>
          <p:cNvGrpSpPr/>
          <p:nvPr/>
        </p:nvGrpSpPr>
        <p:grpSpPr>
          <a:xfrm rot="10800000">
            <a:off x="9" y="0"/>
            <a:ext cx="1889320" cy="1499480"/>
            <a:chOff x="461225" y="3249175"/>
            <a:chExt cx="1399496" cy="1110726"/>
          </a:xfrm>
        </p:grpSpPr>
        <p:grpSp>
          <p:nvGrpSpPr>
            <p:cNvPr id="350" name="Google Shape;350;p26"/>
            <p:cNvGrpSpPr/>
            <p:nvPr/>
          </p:nvGrpSpPr>
          <p:grpSpPr>
            <a:xfrm>
              <a:off x="461225" y="3249175"/>
              <a:ext cx="1399496" cy="370204"/>
              <a:chOff x="461225" y="3249175"/>
              <a:chExt cx="1399496" cy="370204"/>
            </a:xfrm>
          </p:grpSpPr>
          <p:sp>
            <p:nvSpPr>
              <p:cNvPr id="351" name="Google Shape;351;p2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2" name="Google Shape;352;p2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3" name="Google Shape;353;p2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4" name="Google Shape;354;p26"/>
              <p:cNvSpPr/>
              <p:nvPr/>
            </p:nvSpPr>
            <p:spPr>
              <a:xfrm>
                <a:off x="1571821" y="3249179"/>
                <a:ext cx="2889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355" name="Google Shape;355;p26"/>
            <p:cNvGrpSpPr/>
            <p:nvPr/>
          </p:nvGrpSpPr>
          <p:grpSpPr>
            <a:xfrm>
              <a:off x="461225" y="3619500"/>
              <a:ext cx="1399496" cy="370202"/>
              <a:chOff x="461225" y="3249175"/>
              <a:chExt cx="1399496" cy="370202"/>
            </a:xfrm>
          </p:grpSpPr>
          <p:sp>
            <p:nvSpPr>
              <p:cNvPr id="356" name="Google Shape;356;p2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7" name="Google Shape;357;p2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8" name="Google Shape;358;p2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9" name="Google Shape;359;p26"/>
              <p:cNvSpPr/>
              <p:nvPr/>
            </p:nvSpPr>
            <p:spPr>
              <a:xfrm>
                <a:off x="1571821" y="3249177"/>
                <a:ext cx="2889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360" name="Google Shape;360;p26"/>
            <p:cNvGrpSpPr/>
            <p:nvPr/>
          </p:nvGrpSpPr>
          <p:grpSpPr>
            <a:xfrm>
              <a:off x="461225" y="3989700"/>
              <a:ext cx="1399496" cy="370201"/>
              <a:chOff x="461225" y="3249175"/>
              <a:chExt cx="1399496" cy="370201"/>
            </a:xfrm>
          </p:grpSpPr>
          <p:sp>
            <p:nvSpPr>
              <p:cNvPr id="361" name="Google Shape;361;p2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62" name="Google Shape;362;p2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63" name="Google Shape;363;p2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64" name="Google Shape;364;p26"/>
              <p:cNvSpPr/>
              <p:nvPr/>
            </p:nvSpPr>
            <p:spPr>
              <a:xfrm>
                <a:off x="1571821" y="3249176"/>
                <a:ext cx="2889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365" name="Google Shape;365;p26"/>
          <p:cNvSpPr/>
          <p:nvPr/>
        </p:nvSpPr>
        <p:spPr>
          <a:xfrm>
            <a:off x="5909401" y="-3350"/>
            <a:ext cx="3234589" cy="1736822"/>
          </a:xfrm>
          <a:custGeom>
            <a:avLst/>
            <a:gdLst/>
            <a:ahLst/>
            <a:cxnLst/>
            <a:rect l="l" t="t" r="r" b="b"/>
            <a:pathLst>
              <a:path w="263403" h="141435" extrusionOk="0">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dist="19050" dir="5400000" algn="bl" rotWithShape="0">
              <a:schemeClr val="lt2">
                <a:alpha val="49000"/>
              </a:schemeClr>
            </a:outerShdw>
          </a:effectLst>
        </p:spPr>
      </p:sp>
      <p:sp>
        <p:nvSpPr>
          <p:cNvPr id="366" name="Google Shape;366;p26"/>
          <p:cNvSpPr/>
          <p:nvPr/>
        </p:nvSpPr>
        <p:spPr>
          <a:xfrm>
            <a:off x="8299949" y="73285"/>
            <a:ext cx="844041" cy="1631459"/>
          </a:xfrm>
          <a:custGeom>
            <a:avLst/>
            <a:gdLst/>
            <a:ahLst/>
            <a:cxnLst/>
            <a:rect l="l" t="t" r="r" b="b"/>
            <a:pathLst>
              <a:path w="68733" h="132855" extrusionOk="0">
                <a:moveTo>
                  <a:pt x="0" y="132855"/>
                </a:moveTo>
                <a:lnTo>
                  <a:pt x="68733" y="58124"/>
                </a:lnTo>
                <a:lnTo>
                  <a:pt x="68733" y="0"/>
                </a:lnTo>
                <a:close/>
              </a:path>
            </a:pathLst>
          </a:custGeom>
          <a:solidFill>
            <a:schemeClr val="accent5"/>
          </a:solidFill>
          <a:ln>
            <a:noFill/>
          </a:ln>
        </p:spPr>
      </p:sp>
      <p:sp>
        <p:nvSpPr>
          <p:cNvPr id="367" name="Google Shape;367;p26"/>
          <p:cNvSpPr txBox="1">
            <a:spLocks noGrp="1"/>
          </p:cNvSpPr>
          <p:nvPr>
            <p:ph type="title"/>
          </p:nvPr>
        </p:nvSpPr>
        <p:spPr>
          <a:xfrm>
            <a:off x="163725" y="2947825"/>
            <a:ext cx="6637500" cy="14994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68" name="Google Shape;368;p26"/>
          <p:cNvSpPr txBox="1">
            <a:spLocks noGrp="1"/>
          </p:cNvSpPr>
          <p:nvPr>
            <p:ph type="subTitle" idx="1"/>
          </p:nvPr>
        </p:nvSpPr>
        <p:spPr>
          <a:xfrm>
            <a:off x="163725" y="1184350"/>
            <a:ext cx="3336600" cy="1582200"/>
          </a:xfrm>
          <a:prstGeom prst="rect">
            <a:avLst/>
          </a:prstGeom>
        </p:spPr>
        <p:txBody>
          <a:bodyPr spcFirstLastPara="1" wrap="square" lIns="91425" tIns="91425" rIns="91425" bIns="0" anchor="b" anchorCtr="0">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a:endParaRPr/>
          </a:p>
        </p:txBody>
      </p:sp>
      <p:sp>
        <p:nvSpPr>
          <p:cNvPr id="369" name="Google Shape;369;p26"/>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70" name="Google Shape;370;p26"/>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71" name="Google Shape;371;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 Alt 3">
  <p:cSld name="BLANK_1_1_1_1_1_1_1_1_1_1_5">
    <p:spTree>
      <p:nvGrpSpPr>
        <p:cNvPr id="1" name="Shape 372"/>
        <p:cNvGrpSpPr/>
        <p:nvPr/>
      </p:nvGrpSpPr>
      <p:grpSpPr>
        <a:xfrm>
          <a:off x="0" y="0"/>
          <a:ext cx="0" cy="0"/>
          <a:chOff x="0" y="0"/>
          <a:chExt cx="0" cy="0"/>
        </a:xfrm>
      </p:grpSpPr>
      <p:sp>
        <p:nvSpPr>
          <p:cNvPr id="373" name="Google Shape;373;p27"/>
          <p:cNvSpPr/>
          <p:nvPr/>
        </p:nvSpPr>
        <p:spPr>
          <a:xfrm>
            <a:off x="1347300" y="4352975"/>
            <a:ext cx="6752827" cy="790544"/>
          </a:xfrm>
          <a:custGeom>
            <a:avLst/>
            <a:gdLst/>
            <a:ahLst/>
            <a:cxnLst/>
            <a:rect l="l" t="t" r="r" b="b"/>
            <a:pathLst>
              <a:path w="86243" h="14771" extrusionOk="0">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74" name="Google Shape;374;p27"/>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75" name="Google Shape;375;p27"/>
          <p:cNvSpPr txBox="1">
            <a:spLocks noGrp="1"/>
          </p:cNvSpPr>
          <p:nvPr>
            <p:ph type="title" idx="2"/>
          </p:nvPr>
        </p:nvSpPr>
        <p:spPr>
          <a:xfrm>
            <a:off x="115025" y="502775"/>
            <a:ext cx="58290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376" name="Google Shape;376;p27"/>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77" name="Google Shape;377;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BLANK_1_1_1_1_1_1_1_1_1_1_4">
    <p:spTree>
      <p:nvGrpSpPr>
        <p:cNvPr id="1" name="Shape 378"/>
        <p:cNvGrpSpPr/>
        <p:nvPr/>
      </p:nvGrpSpPr>
      <p:grpSpPr>
        <a:xfrm>
          <a:off x="0" y="0"/>
          <a:ext cx="0" cy="0"/>
          <a:chOff x="0" y="0"/>
          <a:chExt cx="0" cy="0"/>
        </a:xfrm>
      </p:grpSpPr>
      <p:sp>
        <p:nvSpPr>
          <p:cNvPr id="379" name="Google Shape;379;p28"/>
          <p:cNvSpPr/>
          <p:nvPr/>
        </p:nvSpPr>
        <p:spPr>
          <a:xfrm rot="-737329">
            <a:off x="5068924" y="-96942"/>
            <a:ext cx="3371552" cy="1136324"/>
          </a:xfrm>
          <a:prstGeom prst="chord">
            <a:avLst>
              <a:gd name="adj1" fmla="val 21353619"/>
              <a:gd name="adj2" fmla="val 1421063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80" name="Google Shape;380;p28"/>
          <p:cNvSpPr txBox="1">
            <a:spLocks noGrp="1"/>
          </p:cNvSpPr>
          <p:nvPr>
            <p:ph type="title"/>
          </p:nvPr>
        </p:nvSpPr>
        <p:spPr>
          <a:xfrm>
            <a:off x="134550" y="1524225"/>
            <a:ext cx="1119600" cy="297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a:endParaRPr/>
          </a:p>
        </p:txBody>
      </p:sp>
      <p:sp>
        <p:nvSpPr>
          <p:cNvPr id="381" name="Google Shape;381;p28"/>
          <p:cNvSpPr txBox="1">
            <a:spLocks noGrp="1"/>
          </p:cNvSpPr>
          <p:nvPr>
            <p:ph type="title" idx="2"/>
          </p:nvPr>
        </p:nvSpPr>
        <p:spPr>
          <a:xfrm>
            <a:off x="132615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382" name="Google Shape;382;p28"/>
          <p:cNvSpPr txBox="1">
            <a:spLocks noGrp="1"/>
          </p:cNvSpPr>
          <p:nvPr>
            <p:ph type="title" idx="3"/>
          </p:nvPr>
        </p:nvSpPr>
        <p:spPr>
          <a:xfrm>
            <a:off x="3808925"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383" name="Google Shape;383;p28"/>
          <p:cNvSpPr txBox="1">
            <a:spLocks noGrp="1"/>
          </p:cNvSpPr>
          <p:nvPr>
            <p:ph type="title" idx="4"/>
          </p:nvPr>
        </p:nvSpPr>
        <p:spPr>
          <a:xfrm>
            <a:off x="629170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384" name="Google Shape;384;p28"/>
          <p:cNvSpPr txBox="1">
            <a:spLocks noGrp="1"/>
          </p:cNvSpPr>
          <p:nvPr>
            <p:ph type="title" idx="5"/>
          </p:nvPr>
        </p:nvSpPr>
        <p:spPr>
          <a:xfrm>
            <a:off x="134550" y="260620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a:endParaRPr/>
          </a:p>
        </p:txBody>
      </p:sp>
      <p:sp>
        <p:nvSpPr>
          <p:cNvPr id="385" name="Google Shape;385;p28"/>
          <p:cNvSpPr txBox="1">
            <a:spLocks noGrp="1"/>
          </p:cNvSpPr>
          <p:nvPr>
            <p:ph type="title" idx="6"/>
          </p:nvPr>
        </p:nvSpPr>
        <p:spPr>
          <a:xfrm>
            <a:off x="134550" y="365975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a:endParaRPr/>
          </a:p>
        </p:txBody>
      </p:sp>
      <p:sp>
        <p:nvSpPr>
          <p:cNvPr id="386" name="Google Shape;386;p28"/>
          <p:cNvSpPr txBox="1">
            <a:spLocks noGrp="1"/>
          </p:cNvSpPr>
          <p:nvPr>
            <p:ph type="title" idx="7"/>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87" name="Google Shape;387;p28"/>
          <p:cNvSpPr/>
          <p:nvPr/>
        </p:nvSpPr>
        <p:spPr>
          <a:xfrm rot="-6104187" flipH="1">
            <a:off x="4324040" y="2970795"/>
            <a:ext cx="1541221" cy="4732320"/>
          </a:xfrm>
          <a:prstGeom prst="chord">
            <a:avLst>
              <a:gd name="adj1" fmla="val 4994308"/>
              <a:gd name="adj2" fmla="val 1511404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88" name="Google Shape;388;p28"/>
          <p:cNvSpPr/>
          <p:nvPr/>
        </p:nvSpPr>
        <p:spPr>
          <a:xfrm rot="5740201">
            <a:off x="4240558" y="2810912"/>
            <a:ext cx="1433212" cy="5490517"/>
          </a:xfrm>
          <a:prstGeom prst="chord">
            <a:avLst>
              <a:gd name="adj1" fmla="val 5592353"/>
              <a:gd name="adj2" fmla="val 1502406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89" name="Google Shape;389;p28"/>
          <p:cNvSpPr txBox="1">
            <a:spLocks noGrp="1"/>
          </p:cNvSpPr>
          <p:nvPr>
            <p:ph type="body" idx="1"/>
          </p:nvPr>
        </p:nvSpPr>
        <p:spPr>
          <a:xfrm>
            <a:off x="1326025"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0" name="Google Shape;390;p28"/>
          <p:cNvSpPr txBox="1">
            <a:spLocks noGrp="1"/>
          </p:cNvSpPr>
          <p:nvPr>
            <p:ph type="body" idx="8"/>
          </p:nvPr>
        </p:nvSpPr>
        <p:spPr>
          <a:xfrm>
            <a:off x="380886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800"/>
              </a:spcBef>
              <a:spcAft>
                <a:spcPts val="0"/>
              </a:spcAft>
              <a:buSzPts val="1000"/>
              <a:buFont typeface="Sora"/>
              <a:buChar char="○"/>
              <a:defRPr sz="1000"/>
            </a:lvl2pPr>
            <a:lvl3pPr marL="1371600" lvl="2" indent="-292100">
              <a:spcBef>
                <a:spcPts val="800"/>
              </a:spcBef>
              <a:spcAft>
                <a:spcPts val="0"/>
              </a:spcAft>
              <a:buSzPts val="1000"/>
              <a:buFont typeface="Sora"/>
              <a:buChar char="■"/>
              <a:defRPr sz="1000"/>
            </a:lvl3pPr>
            <a:lvl4pPr marL="1828800" lvl="3" indent="-292100">
              <a:spcBef>
                <a:spcPts val="800"/>
              </a:spcBef>
              <a:spcAft>
                <a:spcPts val="0"/>
              </a:spcAft>
              <a:buSzPts val="1000"/>
              <a:buFont typeface="Sora"/>
              <a:buChar char="●"/>
              <a:defRPr sz="1000"/>
            </a:lvl4pPr>
            <a:lvl5pPr marL="2286000" lvl="4" indent="-292100">
              <a:spcBef>
                <a:spcPts val="800"/>
              </a:spcBef>
              <a:spcAft>
                <a:spcPts val="0"/>
              </a:spcAft>
              <a:buSzPts val="1000"/>
              <a:buFont typeface="Sora"/>
              <a:buChar char="○"/>
              <a:defRPr sz="1000"/>
            </a:lvl5pPr>
            <a:lvl6pPr marL="2743200" lvl="5" indent="-292100">
              <a:spcBef>
                <a:spcPts val="800"/>
              </a:spcBef>
              <a:spcAft>
                <a:spcPts val="0"/>
              </a:spcAft>
              <a:buSzPts val="1000"/>
              <a:buFont typeface="Sora"/>
              <a:buChar char="■"/>
              <a:defRPr sz="1000"/>
            </a:lvl6pPr>
            <a:lvl7pPr marL="3200400" lvl="6" indent="-292100">
              <a:spcBef>
                <a:spcPts val="800"/>
              </a:spcBef>
              <a:spcAft>
                <a:spcPts val="0"/>
              </a:spcAft>
              <a:buSzPts val="1000"/>
              <a:buFont typeface="Sora"/>
              <a:buChar char="●"/>
              <a:defRPr sz="1000"/>
            </a:lvl7pPr>
            <a:lvl8pPr marL="3657600" lvl="7" indent="-292100">
              <a:spcBef>
                <a:spcPts val="800"/>
              </a:spcBef>
              <a:spcAft>
                <a:spcPts val="0"/>
              </a:spcAft>
              <a:buSzPts val="1000"/>
              <a:buFont typeface="Sora"/>
              <a:buChar char="○"/>
              <a:defRPr sz="1000"/>
            </a:lvl8pPr>
            <a:lvl9pPr marL="4114800" lvl="8" indent="-292100">
              <a:spcBef>
                <a:spcPts val="800"/>
              </a:spcBef>
              <a:spcAft>
                <a:spcPts val="800"/>
              </a:spcAft>
              <a:buSzPts val="1000"/>
              <a:buFont typeface="Sora"/>
              <a:buChar char="■"/>
              <a:defRPr sz="1000"/>
            </a:lvl9pPr>
          </a:lstStyle>
          <a:p>
            <a:endParaRPr/>
          </a:p>
        </p:txBody>
      </p:sp>
      <p:sp>
        <p:nvSpPr>
          <p:cNvPr id="391" name="Google Shape;391;p28"/>
          <p:cNvSpPr txBox="1">
            <a:spLocks noGrp="1"/>
          </p:cNvSpPr>
          <p:nvPr>
            <p:ph type="body" idx="9"/>
          </p:nvPr>
        </p:nvSpPr>
        <p:spPr>
          <a:xfrm>
            <a:off x="629171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2" name="Google Shape;392;p28"/>
          <p:cNvSpPr txBox="1">
            <a:spLocks noGrp="1"/>
          </p:cNvSpPr>
          <p:nvPr>
            <p:ph type="body" idx="13"/>
          </p:nvPr>
        </p:nvSpPr>
        <p:spPr>
          <a:xfrm>
            <a:off x="1326025"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3" name="Google Shape;393;p28"/>
          <p:cNvSpPr txBox="1">
            <a:spLocks noGrp="1"/>
          </p:cNvSpPr>
          <p:nvPr>
            <p:ph type="body" idx="14"/>
          </p:nvPr>
        </p:nvSpPr>
        <p:spPr>
          <a:xfrm>
            <a:off x="380886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4" name="Google Shape;394;p28"/>
          <p:cNvSpPr txBox="1">
            <a:spLocks noGrp="1"/>
          </p:cNvSpPr>
          <p:nvPr>
            <p:ph type="body" idx="15"/>
          </p:nvPr>
        </p:nvSpPr>
        <p:spPr>
          <a:xfrm>
            <a:off x="629171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5" name="Google Shape;395;p28"/>
          <p:cNvSpPr txBox="1">
            <a:spLocks noGrp="1"/>
          </p:cNvSpPr>
          <p:nvPr>
            <p:ph type="body" idx="16"/>
          </p:nvPr>
        </p:nvSpPr>
        <p:spPr>
          <a:xfrm>
            <a:off x="1326025"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6" name="Google Shape;396;p28"/>
          <p:cNvSpPr txBox="1">
            <a:spLocks noGrp="1"/>
          </p:cNvSpPr>
          <p:nvPr>
            <p:ph type="body" idx="17"/>
          </p:nvPr>
        </p:nvSpPr>
        <p:spPr>
          <a:xfrm>
            <a:off x="3808867"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7" name="Google Shape;397;p28"/>
          <p:cNvSpPr txBox="1">
            <a:spLocks noGrp="1"/>
          </p:cNvSpPr>
          <p:nvPr>
            <p:ph type="body" idx="18"/>
          </p:nvPr>
        </p:nvSpPr>
        <p:spPr>
          <a:xfrm>
            <a:off x="6291721"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98" name="Google Shape;398;p28"/>
          <p:cNvSpPr txBox="1">
            <a:spLocks noGrp="1"/>
          </p:cNvSpPr>
          <p:nvPr>
            <p:ph type="title" idx="19"/>
          </p:nvPr>
        </p:nvSpPr>
        <p:spPr>
          <a:xfrm>
            <a:off x="38100" y="319650"/>
            <a:ext cx="3116700" cy="520200"/>
          </a:xfrm>
          <a:prstGeom prst="rect">
            <a:avLst/>
          </a:prstGeom>
        </p:spPr>
        <p:txBody>
          <a:bodyPr spcFirstLastPara="1" wrap="square" lIns="182875" tIns="91425" rIns="91425" bIns="91425" anchor="t" anchorCtr="0">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399" name="Google Shape;399;p28"/>
          <p:cNvSpPr txBox="1">
            <a:spLocks noGrp="1"/>
          </p:cNvSpPr>
          <p:nvPr>
            <p:ph type="title" idx="20"/>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400" name="Google Shape;400;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our columns - Dark">
  <p:cSld name="BLANK_1_1_1_1_1_1_1_1_1_1_4_1">
    <p:bg>
      <p:bgPr>
        <a:solidFill>
          <a:schemeClr val="lt1"/>
        </a:solidFill>
        <a:effectLst/>
      </p:bgPr>
    </p:bg>
    <p:spTree>
      <p:nvGrpSpPr>
        <p:cNvPr id="1" name="Shape 401"/>
        <p:cNvGrpSpPr/>
        <p:nvPr/>
      </p:nvGrpSpPr>
      <p:grpSpPr>
        <a:xfrm>
          <a:off x="0" y="0"/>
          <a:ext cx="0" cy="0"/>
          <a:chOff x="0" y="0"/>
          <a:chExt cx="0" cy="0"/>
        </a:xfrm>
      </p:grpSpPr>
      <p:sp>
        <p:nvSpPr>
          <p:cNvPr id="402" name="Google Shape;402;p29"/>
          <p:cNvSpPr/>
          <p:nvPr/>
        </p:nvSpPr>
        <p:spPr>
          <a:xfrm rot="-737329">
            <a:off x="5068924" y="-96942"/>
            <a:ext cx="3371552" cy="1136324"/>
          </a:xfrm>
          <a:prstGeom prst="chord">
            <a:avLst>
              <a:gd name="adj1" fmla="val 21353619"/>
              <a:gd name="adj2" fmla="val 14210633"/>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5"/>
              </a:solidFill>
              <a:latin typeface="Sora"/>
              <a:ea typeface="Sora"/>
              <a:cs typeface="Sora"/>
              <a:sym typeface="Sora"/>
            </a:endParaRPr>
          </a:p>
        </p:txBody>
      </p:sp>
      <p:sp>
        <p:nvSpPr>
          <p:cNvPr id="403" name="Google Shape;403;p29"/>
          <p:cNvSpPr txBox="1">
            <a:spLocks noGrp="1"/>
          </p:cNvSpPr>
          <p:nvPr>
            <p:ph type="title"/>
          </p:nvPr>
        </p:nvSpPr>
        <p:spPr>
          <a:xfrm>
            <a:off x="134550" y="1524225"/>
            <a:ext cx="1119600" cy="297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a:endParaRPr/>
          </a:p>
        </p:txBody>
      </p:sp>
      <p:sp>
        <p:nvSpPr>
          <p:cNvPr id="404" name="Google Shape;404;p29"/>
          <p:cNvSpPr txBox="1">
            <a:spLocks noGrp="1"/>
          </p:cNvSpPr>
          <p:nvPr>
            <p:ph type="title" idx="2"/>
          </p:nvPr>
        </p:nvSpPr>
        <p:spPr>
          <a:xfrm>
            <a:off x="134550" y="260620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a:endParaRPr/>
          </a:p>
        </p:txBody>
      </p:sp>
      <p:sp>
        <p:nvSpPr>
          <p:cNvPr id="405" name="Google Shape;405;p29"/>
          <p:cNvSpPr txBox="1">
            <a:spLocks noGrp="1"/>
          </p:cNvSpPr>
          <p:nvPr>
            <p:ph type="title" idx="3"/>
          </p:nvPr>
        </p:nvSpPr>
        <p:spPr>
          <a:xfrm>
            <a:off x="134550" y="365975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a:endParaRPr/>
          </a:p>
        </p:txBody>
      </p:sp>
      <p:sp>
        <p:nvSpPr>
          <p:cNvPr id="406" name="Google Shape;406;p29"/>
          <p:cNvSpPr txBox="1">
            <a:spLocks noGrp="1"/>
          </p:cNvSpPr>
          <p:nvPr>
            <p:ph type="title" idx="4"/>
          </p:nvPr>
        </p:nvSpPr>
        <p:spPr>
          <a:xfrm>
            <a:off x="38100" y="319650"/>
            <a:ext cx="3116700" cy="520200"/>
          </a:xfrm>
          <a:prstGeom prst="rect">
            <a:avLst/>
          </a:prstGeom>
        </p:spPr>
        <p:txBody>
          <a:bodyPr spcFirstLastPara="1" wrap="square" lIns="182875" tIns="91425" rIns="91425" bIns="91425" anchor="t" anchorCtr="0">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407" name="Google Shape;407;p29"/>
          <p:cNvSpPr txBox="1">
            <a:spLocks noGrp="1"/>
          </p:cNvSpPr>
          <p:nvPr>
            <p:ph type="title" idx="5"/>
          </p:nvPr>
        </p:nvSpPr>
        <p:spPr>
          <a:xfrm>
            <a:off x="132615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a:endParaRPr/>
          </a:p>
        </p:txBody>
      </p:sp>
      <p:sp>
        <p:nvSpPr>
          <p:cNvPr id="408" name="Google Shape;408;p29"/>
          <p:cNvSpPr txBox="1">
            <a:spLocks noGrp="1"/>
          </p:cNvSpPr>
          <p:nvPr>
            <p:ph type="title" idx="6"/>
          </p:nvPr>
        </p:nvSpPr>
        <p:spPr>
          <a:xfrm>
            <a:off x="3808925"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a:endParaRPr/>
          </a:p>
        </p:txBody>
      </p:sp>
      <p:sp>
        <p:nvSpPr>
          <p:cNvPr id="409" name="Google Shape;409;p29"/>
          <p:cNvSpPr txBox="1">
            <a:spLocks noGrp="1"/>
          </p:cNvSpPr>
          <p:nvPr>
            <p:ph type="title" idx="7"/>
          </p:nvPr>
        </p:nvSpPr>
        <p:spPr>
          <a:xfrm>
            <a:off x="629170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a:endParaRPr/>
          </a:p>
        </p:txBody>
      </p:sp>
      <p:sp>
        <p:nvSpPr>
          <p:cNvPr id="410" name="Google Shape;410;p29"/>
          <p:cNvSpPr/>
          <p:nvPr/>
        </p:nvSpPr>
        <p:spPr>
          <a:xfrm rot="-6104187" flipH="1">
            <a:off x="4324040" y="2970795"/>
            <a:ext cx="1541221" cy="4732320"/>
          </a:xfrm>
          <a:prstGeom prst="chord">
            <a:avLst>
              <a:gd name="adj1" fmla="val 4994308"/>
              <a:gd name="adj2" fmla="val 15114049"/>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11" name="Google Shape;411;p29"/>
          <p:cNvSpPr/>
          <p:nvPr/>
        </p:nvSpPr>
        <p:spPr>
          <a:xfrm rot="5740201">
            <a:off x="4240558" y="2810912"/>
            <a:ext cx="1433212" cy="5490517"/>
          </a:xfrm>
          <a:prstGeom prst="chord">
            <a:avLst>
              <a:gd name="adj1" fmla="val 5592353"/>
              <a:gd name="adj2" fmla="val 15024063"/>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12" name="Google Shape;412;p29"/>
          <p:cNvSpPr txBox="1">
            <a:spLocks noGrp="1"/>
          </p:cNvSpPr>
          <p:nvPr>
            <p:ph type="title" idx="8"/>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413" name="Google Shape;413;p29"/>
          <p:cNvSpPr txBox="1">
            <a:spLocks noGrp="1"/>
          </p:cNvSpPr>
          <p:nvPr>
            <p:ph type="body" idx="1"/>
          </p:nvPr>
        </p:nvSpPr>
        <p:spPr>
          <a:xfrm>
            <a:off x="1326025"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4" name="Google Shape;414;p29"/>
          <p:cNvSpPr txBox="1">
            <a:spLocks noGrp="1"/>
          </p:cNvSpPr>
          <p:nvPr>
            <p:ph type="body" idx="9"/>
          </p:nvPr>
        </p:nvSpPr>
        <p:spPr>
          <a:xfrm>
            <a:off x="380886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800"/>
              </a:spcBef>
              <a:spcAft>
                <a:spcPts val="0"/>
              </a:spcAft>
              <a:buClr>
                <a:schemeClr val="dk1"/>
              </a:buClr>
              <a:buSzPts val="1000"/>
              <a:buFont typeface="Sora"/>
              <a:buChar char="◆"/>
              <a:defRPr sz="1000">
                <a:solidFill>
                  <a:schemeClr val="dk1"/>
                </a:solidFill>
              </a:defRPr>
            </a:lvl2pPr>
            <a:lvl3pPr marL="1371600" lvl="2" indent="-292100">
              <a:spcBef>
                <a:spcPts val="800"/>
              </a:spcBef>
              <a:spcAft>
                <a:spcPts val="0"/>
              </a:spcAft>
              <a:buClr>
                <a:schemeClr val="dk1"/>
              </a:buClr>
              <a:buSzPts val="1000"/>
              <a:buFont typeface="Sora"/>
              <a:buChar char="●"/>
              <a:defRPr sz="1000">
                <a:solidFill>
                  <a:schemeClr val="dk1"/>
                </a:solidFill>
              </a:defRPr>
            </a:lvl3pPr>
            <a:lvl4pPr marL="1828800" lvl="3" indent="-292100">
              <a:spcBef>
                <a:spcPts val="800"/>
              </a:spcBef>
              <a:spcAft>
                <a:spcPts val="0"/>
              </a:spcAft>
              <a:buClr>
                <a:schemeClr val="dk1"/>
              </a:buClr>
              <a:buSzPts val="1000"/>
              <a:buFont typeface="Sora"/>
              <a:buChar char="○"/>
              <a:defRPr sz="1000">
                <a:solidFill>
                  <a:schemeClr val="dk1"/>
                </a:solidFill>
              </a:defRPr>
            </a:lvl4pPr>
            <a:lvl5pPr marL="2286000" lvl="4" indent="-292100">
              <a:spcBef>
                <a:spcPts val="800"/>
              </a:spcBef>
              <a:spcAft>
                <a:spcPts val="0"/>
              </a:spcAft>
              <a:buClr>
                <a:schemeClr val="dk1"/>
              </a:buClr>
              <a:buSzPts val="1000"/>
              <a:buFont typeface="Sora"/>
              <a:buChar char="◆"/>
              <a:defRPr sz="1000">
                <a:solidFill>
                  <a:schemeClr val="dk1"/>
                </a:solidFill>
              </a:defRPr>
            </a:lvl5pPr>
            <a:lvl6pPr marL="2743200" lvl="5" indent="-292100">
              <a:spcBef>
                <a:spcPts val="800"/>
              </a:spcBef>
              <a:spcAft>
                <a:spcPts val="0"/>
              </a:spcAft>
              <a:buClr>
                <a:schemeClr val="dk1"/>
              </a:buClr>
              <a:buSzPts val="1000"/>
              <a:buFont typeface="Sora"/>
              <a:buChar char="●"/>
              <a:defRPr sz="1000">
                <a:solidFill>
                  <a:schemeClr val="dk1"/>
                </a:solidFill>
              </a:defRPr>
            </a:lvl6pPr>
            <a:lvl7pPr marL="3200400" lvl="6" indent="-292100">
              <a:spcBef>
                <a:spcPts val="800"/>
              </a:spcBef>
              <a:spcAft>
                <a:spcPts val="0"/>
              </a:spcAft>
              <a:buClr>
                <a:schemeClr val="dk1"/>
              </a:buClr>
              <a:buSzPts val="1000"/>
              <a:buFont typeface="Sora"/>
              <a:buChar char="○"/>
              <a:defRPr sz="1000">
                <a:solidFill>
                  <a:schemeClr val="dk1"/>
                </a:solidFill>
              </a:defRPr>
            </a:lvl7pPr>
            <a:lvl8pPr marL="3657600" lvl="7" indent="-292100">
              <a:spcBef>
                <a:spcPts val="800"/>
              </a:spcBef>
              <a:spcAft>
                <a:spcPts val="0"/>
              </a:spcAft>
              <a:buClr>
                <a:schemeClr val="dk1"/>
              </a:buClr>
              <a:buSzPts val="1000"/>
              <a:buFont typeface="Sora"/>
              <a:buChar char="◆"/>
              <a:defRPr sz="1000">
                <a:solidFill>
                  <a:schemeClr val="dk1"/>
                </a:solidFill>
              </a:defRPr>
            </a:lvl8pPr>
            <a:lvl9pPr marL="4114800" lvl="8" indent="-292100">
              <a:spcBef>
                <a:spcPts val="800"/>
              </a:spcBef>
              <a:spcAft>
                <a:spcPts val="800"/>
              </a:spcAft>
              <a:buClr>
                <a:schemeClr val="dk1"/>
              </a:buClr>
              <a:buSzPts val="1000"/>
              <a:buFont typeface="Sora"/>
              <a:buChar char="●"/>
              <a:defRPr sz="1000">
                <a:solidFill>
                  <a:schemeClr val="dk1"/>
                </a:solidFill>
              </a:defRPr>
            </a:lvl9pPr>
          </a:lstStyle>
          <a:p>
            <a:endParaRPr/>
          </a:p>
        </p:txBody>
      </p:sp>
      <p:sp>
        <p:nvSpPr>
          <p:cNvPr id="415" name="Google Shape;415;p29"/>
          <p:cNvSpPr txBox="1">
            <a:spLocks noGrp="1"/>
          </p:cNvSpPr>
          <p:nvPr>
            <p:ph type="body" idx="13"/>
          </p:nvPr>
        </p:nvSpPr>
        <p:spPr>
          <a:xfrm>
            <a:off x="629171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6" name="Google Shape;416;p29"/>
          <p:cNvSpPr txBox="1">
            <a:spLocks noGrp="1"/>
          </p:cNvSpPr>
          <p:nvPr>
            <p:ph type="body" idx="14"/>
          </p:nvPr>
        </p:nvSpPr>
        <p:spPr>
          <a:xfrm>
            <a:off x="1326025"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7" name="Google Shape;417;p29"/>
          <p:cNvSpPr txBox="1">
            <a:spLocks noGrp="1"/>
          </p:cNvSpPr>
          <p:nvPr>
            <p:ph type="body" idx="15"/>
          </p:nvPr>
        </p:nvSpPr>
        <p:spPr>
          <a:xfrm>
            <a:off x="380886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8" name="Google Shape;418;p29"/>
          <p:cNvSpPr txBox="1">
            <a:spLocks noGrp="1"/>
          </p:cNvSpPr>
          <p:nvPr>
            <p:ph type="body" idx="16"/>
          </p:nvPr>
        </p:nvSpPr>
        <p:spPr>
          <a:xfrm>
            <a:off x="629171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19" name="Google Shape;419;p29"/>
          <p:cNvSpPr txBox="1">
            <a:spLocks noGrp="1"/>
          </p:cNvSpPr>
          <p:nvPr>
            <p:ph type="body" idx="17"/>
          </p:nvPr>
        </p:nvSpPr>
        <p:spPr>
          <a:xfrm>
            <a:off x="1326025"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accent3"/>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20" name="Google Shape;420;p29"/>
          <p:cNvSpPr txBox="1">
            <a:spLocks noGrp="1"/>
          </p:cNvSpPr>
          <p:nvPr>
            <p:ph type="body" idx="18"/>
          </p:nvPr>
        </p:nvSpPr>
        <p:spPr>
          <a:xfrm>
            <a:off x="3808867"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accent3"/>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21" name="Google Shape;421;p29"/>
          <p:cNvSpPr txBox="1">
            <a:spLocks noGrp="1"/>
          </p:cNvSpPr>
          <p:nvPr>
            <p:ph type="body" idx="19"/>
          </p:nvPr>
        </p:nvSpPr>
        <p:spPr>
          <a:xfrm>
            <a:off x="6291721"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accent3"/>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22" name="Google Shape;422;p29"/>
          <p:cNvSpPr txBox="1">
            <a:spLocks noGrp="1"/>
          </p:cNvSpPr>
          <p:nvPr>
            <p:ph type="title" idx="20"/>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423" name="Google Shape;423;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line and two bodies">
  <p:cSld name="BLANK_1_1_1_1_1_1_1_1_1_1_3_2">
    <p:bg>
      <p:bgPr>
        <a:solidFill>
          <a:schemeClr val="lt1"/>
        </a:solidFill>
        <a:effectLst/>
      </p:bgPr>
    </p:bg>
    <p:spTree>
      <p:nvGrpSpPr>
        <p:cNvPr id="1" name="Shape 424"/>
        <p:cNvGrpSpPr/>
        <p:nvPr/>
      </p:nvGrpSpPr>
      <p:grpSpPr>
        <a:xfrm>
          <a:off x="0" y="0"/>
          <a:ext cx="0" cy="0"/>
          <a:chOff x="0" y="0"/>
          <a:chExt cx="0" cy="0"/>
        </a:xfrm>
      </p:grpSpPr>
      <p:sp>
        <p:nvSpPr>
          <p:cNvPr id="425" name="Google Shape;425;p30"/>
          <p:cNvSpPr/>
          <p:nvPr/>
        </p:nvSpPr>
        <p:spPr>
          <a:xfrm rot="-5400000" flipH="1">
            <a:off x="1263236" y="2706539"/>
            <a:ext cx="1173845" cy="3700317"/>
          </a:xfrm>
          <a:custGeom>
            <a:avLst/>
            <a:gdLst/>
            <a:ahLst/>
            <a:cxnLst/>
            <a:rect l="l" t="t" r="r" b="b"/>
            <a:pathLst>
              <a:path w="39886" h="93762" fill="none" extrusionOk="0">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426" name="Google Shape;426;p30"/>
          <p:cNvSpPr/>
          <p:nvPr/>
        </p:nvSpPr>
        <p:spPr>
          <a:xfrm flipH="1">
            <a:off x="228605" y="3621311"/>
            <a:ext cx="3534079" cy="1522191"/>
          </a:xfrm>
          <a:custGeom>
            <a:avLst/>
            <a:gdLst/>
            <a:ahLst/>
            <a:cxnLst/>
            <a:rect l="l" t="t" r="r" b="b"/>
            <a:pathLst>
              <a:path w="109754" h="47273" extrusionOk="0">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427" name="Google Shape;427;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428" name="Google Shape;428;p30"/>
          <p:cNvGrpSpPr/>
          <p:nvPr/>
        </p:nvGrpSpPr>
        <p:grpSpPr>
          <a:xfrm flipH="1">
            <a:off x="7293000" y="0"/>
            <a:ext cx="1851000" cy="1225325"/>
            <a:chOff x="461225" y="3875100"/>
            <a:chExt cx="1851000" cy="1225325"/>
          </a:xfrm>
        </p:grpSpPr>
        <p:grpSp>
          <p:nvGrpSpPr>
            <p:cNvPr id="429" name="Google Shape;429;p30"/>
            <p:cNvGrpSpPr/>
            <p:nvPr/>
          </p:nvGrpSpPr>
          <p:grpSpPr>
            <a:xfrm>
              <a:off x="461225" y="3875100"/>
              <a:ext cx="1851000" cy="114600"/>
              <a:chOff x="461225" y="3504775"/>
              <a:chExt cx="1851000" cy="114600"/>
            </a:xfrm>
          </p:grpSpPr>
          <p:sp>
            <p:nvSpPr>
              <p:cNvPr id="430" name="Google Shape;430;p30"/>
              <p:cNvSpPr/>
              <p:nvPr/>
            </p:nvSpPr>
            <p:spPr>
              <a:xfrm>
                <a:off x="4612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1" name="Google Shape;431;p30"/>
              <p:cNvSpPr/>
              <p:nvPr/>
            </p:nvSpPr>
            <p:spPr>
              <a:xfrm>
                <a:off x="8314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2" name="Google Shape;432;p30"/>
              <p:cNvSpPr/>
              <p:nvPr/>
            </p:nvSpPr>
            <p:spPr>
              <a:xfrm>
                <a:off x="12016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3" name="Google Shape;433;p30"/>
              <p:cNvSpPr/>
              <p:nvPr/>
            </p:nvSpPr>
            <p:spPr>
              <a:xfrm>
                <a:off x="15718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4" name="Google Shape;434;p30"/>
              <p:cNvSpPr/>
              <p:nvPr/>
            </p:nvSpPr>
            <p:spPr>
              <a:xfrm>
                <a:off x="19420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435" name="Google Shape;435;p30"/>
            <p:cNvGrpSpPr/>
            <p:nvPr/>
          </p:nvGrpSpPr>
          <p:grpSpPr>
            <a:xfrm>
              <a:off x="461225" y="3989700"/>
              <a:ext cx="1480800" cy="1110725"/>
              <a:chOff x="461225" y="3249175"/>
              <a:chExt cx="1480800" cy="1110725"/>
            </a:xfrm>
          </p:grpSpPr>
          <p:sp>
            <p:nvSpPr>
              <p:cNvPr id="436" name="Google Shape;436;p30"/>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7" name="Google Shape;437;p3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8" name="Google Shape;438;p3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39" name="Google Shape;439;p30"/>
              <p:cNvSpPr/>
              <p:nvPr/>
            </p:nvSpPr>
            <p:spPr>
              <a:xfrm>
                <a:off x="1201625" y="39897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440" name="Google Shape;440;p30"/>
            <p:cNvGrpSpPr/>
            <p:nvPr/>
          </p:nvGrpSpPr>
          <p:grpSpPr>
            <a:xfrm>
              <a:off x="831425" y="4360025"/>
              <a:ext cx="1480800" cy="370200"/>
              <a:chOff x="831425" y="3249175"/>
              <a:chExt cx="1480800" cy="370200"/>
            </a:xfrm>
          </p:grpSpPr>
          <p:sp>
            <p:nvSpPr>
              <p:cNvPr id="441" name="Google Shape;441;p3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42" name="Google Shape;442;p3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43" name="Google Shape;443;p3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44" name="Google Shape;444;p30"/>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445" name="Google Shape;445;p30"/>
          <p:cNvSpPr txBox="1">
            <a:spLocks noGrp="1"/>
          </p:cNvSpPr>
          <p:nvPr>
            <p:ph type="title"/>
          </p:nvPr>
        </p:nvSpPr>
        <p:spPr>
          <a:xfrm>
            <a:off x="3822450" y="1287875"/>
            <a:ext cx="4295400" cy="277200"/>
          </a:xfrm>
          <a:prstGeom prst="rect">
            <a:avLst/>
          </a:prstGeom>
        </p:spPr>
        <p:txBody>
          <a:bodyPr spcFirstLastPara="1" wrap="square" lIns="0" tIns="91425" rIns="0" bIns="91425" anchor="t" anchorCtr="0">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a:endParaRPr/>
          </a:p>
        </p:txBody>
      </p:sp>
      <p:sp>
        <p:nvSpPr>
          <p:cNvPr id="446" name="Google Shape;446;p30"/>
          <p:cNvSpPr txBox="1">
            <a:spLocks noGrp="1"/>
          </p:cNvSpPr>
          <p:nvPr>
            <p:ph type="title" idx="2"/>
          </p:nvPr>
        </p:nvSpPr>
        <p:spPr>
          <a:xfrm>
            <a:off x="85725" y="1287875"/>
            <a:ext cx="3347400" cy="27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a:endParaRPr/>
          </a:p>
        </p:txBody>
      </p:sp>
      <p:sp>
        <p:nvSpPr>
          <p:cNvPr id="447" name="Google Shape;447;p30"/>
          <p:cNvSpPr>
            <a:spLocks noGrp="1"/>
          </p:cNvSpPr>
          <p:nvPr>
            <p:ph type="pic" idx="3"/>
          </p:nvPr>
        </p:nvSpPr>
        <p:spPr>
          <a:xfrm>
            <a:off x="227225" y="1832375"/>
            <a:ext cx="821100" cy="785400"/>
          </a:xfrm>
          <a:prstGeom prst="rect">
            <a:avLst/>
          </a:prstGeom>
          <a:noFill/>
          <a:ln>
            <a:noFill/>
          </a:ln>
        </p:spPr>
        <p:txBody>
          <a:bodyPr/>
          <a:lstStyle/>
          <a:p>
            <a:endParaRPr lang="en-US"/>
          </a:p>
        </p:txBody>
      </p:sp>
      <p:sp>
        <p:nvSpPr>
          <p:cNvPr id="448" name="Google Shape;448;p30"/>
          <p:cNvSpPr>
            <a:spLocks noGrp="1"/>
          </p:cNvSpPr>
          <p:nvPr>
            <p:ph type="pic" idx="4"/>
          </p:nvPr>
        </p:nvSpPr>
        <p:spPr>
          <a:xfrm>
            <a:off x="227225" y="2672425"/>
            <a:ext cx="821100" cy="785400"/>
          </a:xfrm>
          <a:prstGeom prst="rect">
            <a:avLst/>
          </a:prstGeom>
          <a:noFill/>
          <a:ln>
            <a:noFill/>
          </a:ln>
        </p:spPr>
        <p:txBody>
          <a:bodyPr/>
          <a:lstStyle/>
          <a:p>
            <a:endParaRPr lang="en-US"/>
          </a:p>
        </p:txBody>
      </p:sp>
      <p:sp>
        <p:nvSpPr>
          <p:cNvPr id="449" name="Google Shape;449;p30"/>
          <p:cNvSpPr>
            <a:spLocks noGrp="1"/>
          </p:cNvSpPr>
          <p:nvPr>
            <p:ph type="pic" idx="5"/>
          </p:nvPr>
        </p:nvSpPr>
        <p:spPr>
          <a:xfrm>
            <a:off x="227225" y="3512475"/>
            <a:ext cx="821100" cy="785400"/>
          </a:xfrm>
          <a:prstGeom prst="rect">
            <a:avLst/>
          </a:prstGeom>
          <a:noFill/>
          <a:ln>
            <a:noFill/>
          </a:ln>
        </p:spPr>
        <p:txBody>
          <a:bodyPr/>
          <a:lstStyle/>
          <a:p>
            <a:endParaRPr lang="en-US"/>
          </a:p>
        </p:txBody>
      </p:sp>
      <p:sp>
        <p:nvSpPr>
          <p:cNvPr id="450" name="Google Shape;450;p30"/>
          <p:cNvSpPr txBox="1">
            <a:spLocks noGrp="1"/>
          </p:cNvSpPr>
          <p:nvPr>
            <p:ph type="title" idx="6"/>
          </p:nvPr>
        </p:nvSpPr>
        <p:spPr>
          <a:xfrm>
            <a:off x="1048325" y="1832375"/>
            <a:ext cx="2069700" cy="785100"/>
          </a:xfrm>
          <a:prstGeom prst="rect">
            <a:avLst/>
          </a:prstGeom>
        </p:spPr>
        <p:txBody>
          <a:bodyPr spcFirstLastPara="1" wrap="square" lIns="182875" tIns="91425" rIns="91425" bIns="91425" anchor="t" anchorCtr="0">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a:endParaRPr/>
          </a:p>
        </p:txBody>
      </p:sp>
      <p:sp>
        <p:nvSpPr>
          <p:cNvPr id="451" name="Google Shape;451;p30"/>
          <p:cNvSpPr txBox="1">
            <a:spLocks noGrp="1"/>
          </p:cNvSpPr>
          <p:nvPr>
            <p:ph type="title" idx="7"/>
          </p:nvPr>
        </p:nvSpPr>
        <p:spPr>
          <a:xfrm>
            <a:off x="1048325" y="2672425"/>
            <a:ext cx="2069700" cy="785100"/>
          </a:xfrm>
          <a:prstGeom prst="rect">
            <a:avLst/>
          </a:prstGeom>
        </p:spPr>
        <p:txBody>
          <a:bodyPr spcFirstLastPara="1" wrap="square" lIns="182875" tIns="91425" rIns="91425" bIns="91425" anchor="t" anchorCtr="0">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a:endParaRPr/>
          </a:p>
        </p:txBody>
      </p:sp>
      <p:sp>
        <p:nvSpPr>
          <p:cNvPr id="452" name="Google Shape;452;p30"/>
          <p:cNvSpPr txBox="1">
            <a:spLocks noGrp="1"/>
          </p:cNvSpPr>
          <p:nvPr>
            <p:ph type="title" idx="8"/>
          </p:nvPr>
        </p:nvSpPr>
        <p:spPr>
          <a:xfrm>
            <a:off x="1048325" y="3512475"/>
            <a:ext cx="2069700" cy="785100"/>
          </a:xfrm>
          <a:prstGeom prst="rect">
            <a:avLst/>
          </a:prstGeom>
        </p:spPr>
        <p:txBody>
          <a:bodyPr spcFirstLastPara="1" wrap="square" lIns="182875" tIns="91425" rIns="91425" bIns="91425" anchor="t" anchorCtr="0">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a:endParaRPr/>
          </a:p>
        </p:txBody>
      </p:sp>
      <p:sp>
        <p:nvSpPr>
          <p:cNvPr id="453" name="Google Shape;453;p30"/>
          <p:cNvSpPr txBox="1">
            <a:spLocks noGrp="1"/>
          </p:cNvSpPr>
          <p:nvPr>
            <p:ph type="title" idx="9"/>
          </p:nvPr>
        </p:nvSpPr>
        <p:spPr>
          <a:xfrm>
            <a:off x="3820750" y="1711525"/>
            <a:ext cx="1800000" cy="1522200"/>
          </a:xfrm>
          <a:prstGeom prst="rect">
            <a:avLst/>
          </a:prstGeom>
        </p:spPr>
        <p:txBody>
          <a:bodyPr spcFirstLastPara="1" wrap="square" lIns="0" tIns="91425" rIns="0" bIns="91425" anchor="t" anchorCtr="0">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a:endParaRPr/>
          </a:p>
        </p:txBody>
      </p:sp>
      <p:sp>
        <p:nvSpPr>
          <p:cNvPr id="454" name="Google Shape;454;p30"/>
          <p:cNvSpPr txBox="1">
            <a:spLocks noGrp="1"/>
          </p:cNvSpPr>
          <p:nvPr>
            <p:ph type="title" idx="13"/>
          </p:nvPr>
        </p:nvSpPr>
        <p:spPr>
          <a:xfrm>
            <a:off x="7107575" y="1711450"/>
            <a:ext cx="874200" cy="1522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455" name="Google Shape;455;p30"/>
          <p:cNvSpPr txBox="1">
            <a:spLocks noGrp="1"/>
          </p:cNvSpPr>
          <p:nvPr>
            <p:ph type="title" idx="14"/>
          </p:nvPr>
        </p:nvSpPr>
        <p:spPr>
          <a:xfrm>
            <a:off x="5518325" y="1711575"/>
            <a:ext cx="1322100" cy="1522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456" name="Google Shape;456;p30"/>
          <p:cNvSpPr txBox="1">
            <a:spLocks noGrp="1"/>
          </p:cNvSpPr>
          <p:nvPr>
            <p:ph type="title" idx="15"/>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457" name="Google Shape;457;p30"/>
          <p:cNvSpPr txBox="1">
            <a:spLocks noGrp="1"/>
          </p:cNvSpPr>
          <p:nvPr>
            <p:ph type="title" idx="16"/>
          </p:nvPr>
        </p:nvSpPr>
        <p:spPr>
          <a:xfrm>
            <a:off x="93381" y="502775"/>
            <a:ext cx="7178100" cy="7851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a:endParaRPr/>
          </a:p>
        </p:txBody>
      </p:sp>
      <p:sp>
        <p:nvSpPr>
          <p:cNvPr id="458" name="Google Shape;458;p30"/>
          <p:cNvSpPr txBox="1">
            <a:spLocks noGrp="1"/>
          </p:cNvSpPr>
          <p:nvPr>
            <p:ph type="title" idx="17"/>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459" name="Google Shape;459;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Headline and Project Roadmap">
  <p:cSld name="BLANK_1_1_1_1_1_1_1_1_1_1_3_1">
    <p:bg>
      <p:bgPr>
        <a:solidFill>
          <a:schemeClr val="lt1"/>
        </a:solidFill>
        <a:effectLst/>
      </p:bgPr>
    </p:bg>
    <p:spTree>
      <p:nvGrpSpPr>
        <p:cNvPr id="1" name="Shape 460"/>
        <p:cNvGrpSpPr/>
        <p:nvPr/>
      </p:nvGrpSpPr>
      <p:grpSpPr>
        <a:xfrm>
          <a:off x="0" y="0"/>
          <a:ext cx="0" cy="0"/>
          <a:chOff x="0" y="0"/>
          <a:chExt cx="0" cy="0"/>
        </a:xfrm>
      </p:grpSpPr>
      <p:sp>
        <p:nvSpPr>
          <p:cNvPr id="461" name="Google Shape;461;p31"/>
          <p:cNvSpPr txBox="1">
            <a:spLocks noGrp="1"/>
          </p:cNvSpPr>
          <p:nvPr>
            <p:ph type="title"/>
          </p:nvPr>
        </p:nvSpPr>
        <p:spPr>
          <a:xfrm>
            <a:off x="134550" y="1339350"/>
            <a:ext cx="1119600" cy="297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a:endParaRPr/>
          </a:p>
        </p:txBody>
      </p:sp>
      <p:sp>
        <p:nvSpPr>
          <p:cNvPr id="462" name="Google Shape;462;p31"/>
          <p:cNvSpPr txBox="1">
            <a:spLocks noGrp="1"/>
          </p:cNvSpPr>
          <p:nvPr>
            <p:ph type="title" idx="2"/>
          </p:nvPr>
        </p:nvSpPr>
        <p:spPr>
          <a:xfrm>
            <a:off x="1326150" y="904338"/>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463" name="Google Shape;463;p31"/>
          <p:cNvSpPr txBox="1">
            <a:spLocks noGrp="1"/>
          </p:cNvSpPr>
          <p:nvPr>
            <p:ph type="title" idx="3"/>
          </p:nvPr>
        </p:nvSpPr>
        <p:spPr>
          <a:xfrm>
            <a:off x="3877025" y="904338"/>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464" name="Google Shape;464;p31"/>
          <p:cNvSpPr txBox="1">
            <a:spLocks noGrp="1"/>
          </p:cNvSpPr>
          <p:nvPr>
            <p:ph type="title" idx="4"/>
          </p:nvPr>
        </p:nvSpPr>
        <p:spPr>
          <a:xfrm>
            <a:off x="6291700" y="904338"/>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465" name="Google Shape;465;p31"/>
          <p:cNvSpPr txBox="1">
            <a:spLocks noGrp="1"/>
          </p:cNvSpPr>
          <p:nvPr>
            <p:ph type="title" idx="5"/>
          </p:nvPr>
        </p:nvSpPr>
        <p:spPr>
          <a:xfrm>
            <a:off x="134550" y="2545225"/>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a:endParaRPr/>
          </a:p>
        </p:txBody>
      </p:sp>
      <p:sp>
        <p:nvSpPr>
          <p:cNvPr id="466" name="Google Shape;466;p31"/>
          <p:cNvSpPr txBox="1">
            <a:spLocks noGrp="1"/>
          </p:cNvSpPr>
          <p:nvPr>
            <p:ph type="title" idx="6"/>
          </p:nvPr>
        </p:nvSpPr>
        <p:spPr>
          <a:xfrm>
            <a:off x="134550" y="3703975"/>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a:endParaRPr/>
          </a:p>
        </p:txBody>
      </p:sp>
      <p:sp>
        <p:nvSpPr>
          <p:cNvPr id="467" name="Google Shape;467;p31"/>
          <p:cNvSpPr txBox="1">
            <a:spLocks noGrp="1"/>
          </p:cNvSpPr>
          <p:nvPr>
            <p:ph type="title" idx="7"/>
          </p:nvPr>
        </p:nvSpPr>
        <p:spPr>
          <a:xfrm>
            <a:off x="3877025" y="1339350"/>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68" name="Google Shape;468;p31"/>
          <p:cNvSpPr txBox="1">
            <a:spLocks noGrp="1"/>
          </p:cNvSpPr>
          <p:nvPr>
            <p:ph type="title" idx="8"/>
          </p:nvPr>
        </p:nvSpPr>
        <p:spPr>
          <a:xfrm>
            <a:off x="3877025" y="2552413"/>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a:endParaRPr/>
          </a:p>
        </p:txBody>
      </p:sp>
      <p:sp>
        <p:nvSpPr>
          <p:cNvPr id="469" name="Google Shape;469;p31"/>
          <p:cNvSpPr txBox="1">
            <a:spLocks noGrp="1"/>
          </p:cNvSpPr>
          <p:nvPr>
            <p:ph type="title" idx="9"/>
          </p:nvPr>
        </p:nvSpPr>
        <p:spPr>
          <a:xfrm>
            <a:off x="3877025" y="3711169"/>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a:endParaRPr/>
          </a:p>
        </p:txBody>
      </p:sp>
      <p:sp>
        <p:nvSpPr>
          <p:cNvPr id="470" name="Google Shape;470;p31"/>
          <p:cNvSpPr txBox="1">
            <a:spLocks noGrp="1"/>
          </p:cNvSpPr>
          <p:nvPr>
            <p:ph type="title" idx="13"/>
          </p:nvPr>
        </p:nvSpPr>
        <p:spPr>
          <a:xfrm>
            <a:off x="6427900" y="2552413"/>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a:endParaRPr/>
          </a:p>
        </p:txBody>
      </p:sp>
      <p:sp>
        <p:nvSpPr>
          <p:cNvPr id="471" name="Google Shape;471;p31"/>
          <p:cNvSpPr txBox="1">
            <a:spLocks noGrp="1"/>
          </p:cNvSpPr>
          <p:nvPr>
            <p:ph type="title" idx="14"/>
          </p:nvPr>
        </p:nvSpPr>
        <p:spPr>
          <a:xfrm>
            <a:off x="6427900" y="1339350"/>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a:endParaRPr/>
          </a:p>
        </p:txBody>
      </p:sp>
      <p:sp>
        <p:nvSpPr>
          <p:cNvPr id="472" name="Google Shape;472;p31"/>
          <p:cNvSpPr txBox="1">
            <a:spLocks noGrp="1"/>
          </p:cNvSpPr>
          <p:nvPr>
            <p:ph type="title" idx="15"/>
          </p:nvPr>
        </p:nvSpPr>
        <p:spPr>
          <a:xfrm>
            <a:off x="6427900" y="3711169"/>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a:endParaRPr/>
          </a:p>
        </p:txBody>
      </p:sp>
      <p:sp>
        <p:nvSpPr>
          <p:cNvPr id="473" name="Google Shape;473;p31"/>
          <p:cNvSpPr txBox="1">
            <a:spLocks noGrp="1"/>
          </p:cNvSpPr>
          <p:nvPr>
            <p:ph type="title" idx="16"/>
          </p:nvPr>
        </p:nvSpPr>
        <p:spPr>
          <a:xfrm>
            <a:off x="1326150" y="1339350"/>
            <a:ext cx="2296500" cy="924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74" name="Google Shape;474;p31"/>
          <p:cNvSpPr txBox="1">
            <a:spLocks noGrp="1"/>
          </p:cNvSpPr>
          <p:nvPr>
            <p:ph type="title" idx="17"/>
          </p:nvPr>
        </p:nvSpPr>
        <p:spPr>
          <a:xfrm>
            <a:off x="1326150" y="2545213"/>
            <a:ext cx="2296500" cy="924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75" name="Google Shape;475;p31"/>
          <p:cNvSpPr txBox="1">
            <a:spLocks noGrp="1"/>
          </p:cNvSpPr>
          <p:nvPr>
            <p:ph type="title" idx="18"/>
          </p:nvPr>
        </p:nvSpPr>
        <p:spPr>
          <a:xfrm>
            <a:off x="1326150" y="3703969"/>
            <a:ext cx="2296500" cy="924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76" name="Google Shape;476;p31"/>
          <p:cNvSpPr txBox="1">
            <a:spLocks noGrp="1"/>
          </p:cNvSpPr>
          <p:nvPr>
            <p:ph type="title" idx="19"/>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477" name="Google Shape;477;p31"/>
          <p:cNvSpPr txBox="1">
            <a:spLocks noGrp="1"/>
          </p:cNvSpPr>
          <p:nvPr>
            <p:ph type="title" idx="20"/>
          </p:nvPr>
        </p:nvSpPr>
        <p:spPr>
          <a:xfrm>
            <a:off x="38100" y="319650"/>
            <a:ext cx="3116700" cy="520200"/>
          </a:xfrm>
          <a:prstGeom prst="rect">
            <a:avLst/>
          </a:prstGeom>
        </p:spPr>
        <p:txBody>
          <a:bodyPr spcFirstLastPara="1" wrap="square" lIns="182875" tIns="91425" rIns="91425" bIns="91425" anchor="t" anchorCtr="0">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478" name="Google Shape;478;p31"/>
          <p:cNvSpPr txBox="1">
            <a:spLocks noGrp="1"/>
          </p:cNvSpPr>
          <p:nvPr>
            <p:ph type="title" idx="21"/>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479" name="Google Shape;479;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Roadmap">
  <p:cSld name="BLANK_1_1_1_1_1_1_1_1_1_1_2">
    <p:spTree>
      <p:nvGrpSpPr>
        <p:cNvPr id="1" name="Shape 480"/>
        <p:cNvGrpSpPr/>
        <p:nvPr/>
      </p:nvGrpSpPr>
      <p:grpSpPr>
        <a:xfrm>
          <a:off x="0" y="0"/>
          <a:ext cx="0" cy="0"/>
          <a:chOff x="0" y="0"/>
          <a:chExt cx="0" cy="0"/>
        </a:xfrm>
      </p:grpSpPr>
      <p:sp>
        <p:nvSpPr>
          <p:cNvPr id="481" name="Google Shape;481;p32"/>
          <p:cNvSpPr/>
          <p:nvPr/>
        </p:nvSpPr>
        <p:spPr>
          <a:xfrm>
            <a:off x="8210550" y="-7150"/>
            <a:ext cx="945375" cy="1453000"/>
          </a:xfrm>
          <a:custGeom>
            <a:avLst/>
            <a:gdLst/>
            <a:ahLst/>
            <a:cxnLst/>
            <a:rect l="l" t="t" r="r" b="b"/>
            <a:pathLst>
              <a:path w="37815" h="58120" extrusionOk="0">
                <a:moveTo>
                  <a:pt x="0" y="35846"/>
                </a:moveTo>
                <a:lnTo>
                  <a:pt x="37815" y="58120"/>
                </a:lnTo>
                <a:lnTo>
                  <a:pt x="37589" y="0"/>
                </a:lnTo>
                <a:lnTo>
                  <a:pt x="2413" y="32"/>
                </a:lnTo>
                <a:close/>
              </a:path>
            </a:pathLst>
          </a:custGeom>
          <a:solidFill>
            <a:schemeClr val="lt1"/>
          </a:solidFill>
          <a:ln>
            <a:noFill/>
          </a:ln>
        </p:spPr>
      </p:sp>
      <p:sp>
        <p:nvSpPr>
          <p:cNvPr id="482" name="Google Shape;482;p32"/>
          <p:cNvSpPr/>
          <p:nvPr/>
        </p:nvSpPr>
        <p:spPr>
          <a:xfrm>
            <a:off x="4614025" y="-6850"/>
            <a:ext cx="3659250" cy="1404775"/>
          </a:xfrm>
          <a:custGeom>
            <a:avLst/>
            <a:gdLst/>
            <a:ahLst/>
            <a:cxnLst/>
            <a:rect l="l" t="t" r="r" b="b"/>
            <a:pathLst>
              <a:path w="146370" h="56191" extrusionOk="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83" name="Google Shape;483;p32"/>
          <p:cNvSpPr txBox="1">
            <a:spLocks noGrp="1"/>
          </p:cNvSpPr>
          <p:nvPr>
            <p:ph type="title"/>
          </p:nvPr>
        </p:nvSpPr>
        <p:spPr>
          <a:xfrm>
            <a:off x="115025" y="502775"/>
            <a:ext cx="58290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484" name="Google Shape;484;p32"/>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485" name="Google Shape;485;p32"/>
          <p:cNvSpPr txBox="1">
            <a:spLocks noGrp="1"/>
          </p:cNvSpPr>
          <p:nvPr>
            <p:ph type="title" idx="3"/>
          </p:nvPr>
        </p:nvSpPr>
        <p:spPr>
          <a:xfrm>
            <a:off x="2117950"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86" name="Google Shape;486;p32"/>
          <p:cNvSpPr txBox="1">
            <a:spLocks noGrp="1"/>
          </p:cNvSpPr>
          <p:nvPr>
            <p:ph type="title" idx="4"/>
          </p:nvPr>
        </p:nvSpPr>
        <p:spPr>
          <a:xfrm>
            <a:off x="3987300"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87" name="Google Shape;487;p32"/>
          <p:cNvSpPr txBox="1">
            <a:spLocks noGrp="1"/>
          </p:cNvSpPr>
          <p:nvPr>
            <p:ph type="title" idx="5"/>
          </p:nvPr>
        </p:nvSpPr>
        <p:spPr>
          <a:xfrm>
            <a:off x="389050"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88" name="Google Shape;488;p32"/>
          <p:cNvSpPr txBox="1">
            <a:spLocks noGrp="1"/>
          </p:cNvSpPr>
          <p:nvPr>
            <p:ph type="title" idx="6"/>
          </p:nvPr>
        </p:nvSpPr>
        <p:spPr>
          <a:xfrm>
            <a:off x="5858938"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89" name="Google Shape;489;p32"/>
          <p:cNvSpPr txBox="1">
            <a:spLocks noGrp="1"/>
          </p:cNvSpPr>
          <p:nvPr>
            <p:ph type="title" idx="7"/>
          </p:nvPr>
        </p:nvSpPr>
        <p:spPr>
          <a:xfrm>
            <a:off x="7730563" y="1797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90" name="Google Shape;490;p32"/>
          <p:cNvSpPr txBox="1">
            <a:spLocks noGrp="1"/>
          </p:cNvSpPr>
          <p:nvPr>
            <p:ph type="body" idx="1"/>
          </p:nvPr>
        </p:nvSpPr>
        <p:spPr>
          <a:xfrm>
            <a:off x="148300" y="2960850"/>
            <a:ext cx="13746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91" name="Google Shape;491;p32"/>
          <p:cNvSpPr txBox="1">
            <a:spLocks noGrp="1"/>
          </p:cNvSpPr>
          <p:nvPr>
            <p:ph type="body" idx="8"/>
          </p:nvPr>
        </p:nvSpPr>
        <p:spPr>
          <a:xfrm>
            <a:off x="3601450" y="2960850"/>
            <a:ext cx="15795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92" name="Google Shape;492;p32"/>
          <p:cNvSpPr txBox="1">
            <a:spLocks noGrp="1"/>
          </p:cNvSpPr>
          <p:nvPr>
            <p:ph type="body" idx="9"/>
          </p:nvPr>
        </p:nvSpPr>
        <p:spPr>
          <a:xfrm>
            <a:off x="5565675" y="2960850"/>
            <a:ext cx="14877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93" name="Google Shape;493;p32"/>
          <p:cNvSpPr txBox="1">
            <a:spLocks noGrp="1"/>
          </p:cNvSpPr>
          <p:nvPr>
            <p:ph type="body" idx="13"/>
          </p:nvPr>
        </p:nvSpPr>
        <p:spPr>
          <a:xfrm>
            <a:off x="7346300" y="3194850"/>
            <a:ext cx="1649400" cy="14397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marL="914400" lvl="1"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marL="1371600" lvl="2"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marL="1828800" lvl="3"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marL="2286000" lvl="4"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marL="2743200" lvl="5"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marL="3200400" lvl="6"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marL="3657600" lvl="7"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marL="4114800" lvl="8"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a:endParaRPr/>
          </a:p>
        </p:txBody>
      </p:sp>
      <p:sp>
        <p:nvSpPr>
          <p:cNvPr id="494" name="Google Shape;494;p32"/>
          <p:cNvSpPr txBox="1">
            <a:spLocks noGrp="1"/>
          </p:cNvSpPr>
          <p:nvPr>
            <p:ph type="body" idx="14"/>
          </p:nvPr>
        </p:nvSpPr>
        <p:spPr>
          <a:xfrm>
            <a:off x="1842125" y="2960850"/>
            <a:ext cx="13746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95" name="Google Shape;495;p32"/>
          <p:cNvSpPr txBox="1">
            <a:spLocks noGrp="1"/>
          </p:cNvSpPr>
          <p:nvPr>
            <p:ph type="title" idx="15"/>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496" name="Google Shape;496;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Sora Light"/>
                <a:ea typeface="Sora Light"/>
                <a:cs typeface="Sora Light"/>
                <a:sym typeface="Sora Light"/>
              </a:defRPr>
            </a:lvl1pPr>
            <a:lvl2pPr lvl="1">
              <a:buNone/>
              <a:defRPr>
                <a:latin typeface="Sora Light"/>
                <a:ea typeface="Sora Light"/>
                <a:cs typeface="Sora Light"/>
                <a:sym typeface="Sora Light"/>
              </a:defRPr>
            </a:lvl2pPr>
            <a:lvl3pPr lvl="2">
              <a:buNone/>
              <a:defRPr>
                <a:latin typeface="Sora Light"/>
                <a:ea typeface="Sora Light"/>
                <a:cs typeface="Sora Light"/>
                <a:sym typeface="Sora Light"/>
              </a:defRPr>
            </a:lvl3pPr>
            <a:lvl4pPr lvl="3">
              <a:buNone/>
              <a:defRPr>
                <a:latin typeface="Sora Light"/>
                <a:ea typeface="Sora Light"/>
                <a:cs typeface="Sora Light"/>
                <a:sym typeface="Sora Light"/>
              </a:defRPr>
            </a:lvl4pPr>
            <a:lvl5pPr lvl="4">
              <a:buNone/>
              <a:defRPr>
                <a:latin typeface="Sora Light"/>
                <a:ea typeface="Sora Light"/>
                <a:cs typeface="Sora Light"/>
                <a:sym typeface="Sora Light"/>
              </a:defRPr>
            </a:lvl5pPr>
            <a:lvl6pPr lvl="5">
              <a:buNone/>
              <a:defRPr>
                <a:latin typeface="Sora Light"/>
                <a:ea typeface="Sora Light"/>
                <a:cs typeface="Sora Light"/>
                <a:sym typeface="Sora Light"/>
              </a:defRPr>
            </a:lvl6pPr>
            <a:lvl7pPr lvl="6">
              <a:buNone/>
              <a:defRPr>
                <a:latin typeface="Sora Light"/>
                <a:ea typeface="Sora Light"/>
                <a:cs typeface="Sora Light"/>
                <a:sym typeface="Sora Light"/>
              </a:defRPr>
            </a:lvl7pPr>
            <a:lvl8pPr lvl="7">
              <a:buNone/>
              <a:defRPr>
                <a:latin typeface="Sora Light"/>
                <a:ea typeface="Sora Light"/>
                <a:cs typeface="Sora Light"/>
                <a:sym typeface="Sora Light"/>
              </a:defRPr>
            </a:lvl8pPr>
            <a:lvl9pPr lvl="8">
              <a:buNone/>
              <a:defRPr>
                <a:latin typeface="Sora Light"/>
                <a:ea typeface="Sora Light"/>
                <a:cs typeface="Sora Light"/>
                <a:sym typeface="Sora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 Alt 4">
  <p:cSld name="BLANK_1_1_1_1_1_1_1_1_1_1_2_1">
    <p:spTree>
      <p:nvGrpSpPr>
        <p:cNvPr id="1" name="Shape 497"/>
        <p:cNvGrpSpPr/>
        <p:nvPr/>
      </p:nvGrpSpPr>
      <p:grpSpPr>
        <a:xfrm>
          <a:off x="0" y="0"/>
          <a:ext cx="0" cy="0"/>
          <a:chOff x="0" y="0"/>
          <a:chExt cx="0" cy="0"/>
        </a:xfrm>
      </p:grpSpPr>
      <p:grpSp>
        <p:nvGrpSpPr>
          <p:cNvPr id="498" name="Google Shape;498;p33"/>
          <p:cNvGrpSpPr/>
          <p:nvPr/>
        </p:nvGrpSpPr>
        <p:grpSpPr>
          <a:xfrm flipH="1">
            <a:off x="3199575" y="156175"/>
            <a:ext cx="1851000" cy="1225325"/>
            <a:chOff x="461225" y="3875100"/>
            <a:chExt cx="1851000" cy="1225325"/>
          </a:xfrm>
        </p:grpSpPr>
        <p:grpSp>
          <p:nvGrpSpPr>
            <p:cNvPr id="499" name="Google Shape;499;p33"/>
            <p:cNvGrpSpPr/>
            <p:nvPr/>
          </p:nvGrpSpPr>
          <p:grpSpPr>
            <a:xfrm>
              <a:off x="461225" y="3875100"/>
              <a:ext cx="1851000" cy="114600"/>
              <a:chOff x="461225" y="3504775"/>
              <a:chExt cx="1851000" cy="114600"/>
            </a:xfrm>
          </p:grpSpPr>
          <p:sp>
            <p:nvSpPr>
              <p:cNvPr id="500" name="Google Shape;500;p33"/>
              <p:cNvSpPr/>
              <p:nvPr/>
            </p:nvSpPr>
            <p:spPr>
              <a:xfrm>
                <a:off x="4612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1" name="Google Shape;501;p33"/>
              <p:cNvSpPr/>
              <p:nvPr/>
            </p:nvSpPr>
            <p:spPr>
              <a:xfrm>
                <a:off x="8314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2" name="Google Shape;502;p33"/>
              <p:cNvSpPr/>
              <p:nvPr/>
            </p:nvSpPr>
            <p:spPr>
              <a:xfrm>
                <a:off x="12016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3" name="Google Shape;503;p33"/>
              <p:cNvSpPr/>
              <p:nvPr/>
            </p:nvSpPr>
            <p:spPr>
              <a:xfrm>
                <a:off x="15718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4" name="Google Shape;504;p33"/>
              <p:cNvSpPr/>
              <p:nvPr/>
            </p:nvSpPr>
            <p:spPr>
              <a:xfrm>
                <a:off x="19420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05" name="Google Shape;505;p33"/>
            <p:cNvGrpSpPr/>
            <p:nvPr/>
          </p:nvGrpSpPr>
          <p:grpSpPr>
            <a:xfrm>
              <a:off x="461225" y="3989700"/>
              <a:ext cx="1480800" cy="1110725"/>
              <a:chOff x="461225" y="3249175"/>
              <a:chExt cx="1480800" cy="1110725"/>
            </a:xfrm>
          </p:grpSpPr>
          <p:sp>
            <p:nvSpPr>
              <p:cNvPr id="506" name="Google Shape;506;p33"/>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7" name="Google Shape;507;p33"/>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8" name="Google Shape;508;p33"/>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9" name="Google Shape;509;p33"/>
              <p:cNvSpPr/>
              <p:nvPr/>
            </p:nvSpPr>
            <p:spPr>
              <a:xfrm>
                <a:off x="1201625" y="3989700"/>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10" name="Google Shape;510;p33"/>
            <p:cNvGrpSpPr/>
            <p:nvPr/>
          </p:nvGrpSpPr>
          <p:grpSpPr>
            <a:xfrm>
              <a:off x="831425" y="4360025"/>
              <a:ext cx="1480800" cy="370200"/>
              <a:chOff x="831425" y="3249175"/>
              <a:chExt cx="1480800" cy="370200"/>
            </a:xfrm>
          </p:grpSpPr>
          <p:sp>
            <p:nvSpPr>
              <p:cNvPr id="511" name="Google Shape;511;p33"/>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2" name="Google Shape;512;p33"/>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3" name="Google Shape;513;p33"/>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4" name="Google Shape;514;p33"/>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515" name="Google Shape;515;p33"/>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516" name="Google Shape;516;p33"/>
          <p:cNvSpPr/>
          <p:nvPr/>
        </p:nvSpPr>
        <p:spPr>
          <a:xfrm>
            <a:off x="5023375" y="3994875"/>
            <a:ext cx="3941541" cy="1148616"/>
          </a:xfrm>
          <a:custGeom>
            <a:avLst/>
            <a:gdLst/>
            <a:ahLst/>
            <a:cxnLst/>
            <a:rect l="l" t="t" r="r" b="b"/>
            <a:pathLst>
              <a:path w="109754" h="47273" extrusionOk="0">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u="sng">
              <a:solidFill>
                <a:schemeClr val="lt1"/>
              </a:solidFill>
              <a:latin typeface="Sora"/>
              <a:ea typeface="Sora"/>
              <a:cs typeface="Sora"/>
              <a:sym typeface="Sora"/>
            </a:endParaRPr>
          </a:p>
        </p:txBody>
      </p:sp>
      <p:sp>
        <p:nvSpPr>
          <p:cNvPr id="517" name="Google Shape;517;p33"/>
          <p:cNvSpPr/>
          <p:nvPr/>
        </p:nvSpPr>
        <p:spPr>
          <a:xfrm rot="5400000">
            <a:off x="6364434" y="2363929"/>
            <a:ext cx="912991" cy="4646142"/>
          </a:xfrm>
          <a:custGeom>
            <a:avLst/>
            <a:gdLst/>
            <a:ahLst/>
            <a:cxnLst/>
            <a:rect l="l" t="t" r="r" b="b"/>
            <a:pathLst>
              <a:path w="39886" h="93762" fill="none" extrusionOk="0">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518" name="Google Shape;518;p33"/>
          <p:cNvSpPr txBox="1">
            <a:spLocks noGrp="1"/>
          </p:cNvSpPr>
          <p:nvPr>
            <p:ph type="title" idx="2"/>
          </p:nvPr>
        </p:nvSpPr>
        <p:spPr>
          <a:xfrm>
            <a:off x="115025" y="502775"/>
            <a:ext cx="39417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519" name="Google Shape;519;p33"/>
          <p:cNvSpPr/>
          <p:nvPr/>
        </p:nvSpPr>
        <p:spPr>
          <a:xfrm>
            <a:off x="1643225" y="-725"/>
            <a:ext cx="5761425" cy="711800"/>
          </a:xfrm>
          <a:custGeom>
            <a:avLst/>
            <a:gdLst/>
            <a:ahLst/>
            <a:cxnLst/>
            <a:rect l="l" t="t" r="r" b="b"/>
            <a:pathLst>
              <a:path w="230457" h="28472" extrusionOk="0">
                <a:moveTo>
                  <a:pt x="0" y="0"/>
                </a:moveTo>
                <a:lnTo>
                  <a:pt x="230457" y="28472"/>
                </a:lnTo>
                <a:lnTo>
                  <a:pt x="220381" y="20"/>
                </a:lnTo>
                <a:close/>
              </a:path>
            </a:pathLst>
          </a:custGeom>
          <a:solidFill>
            <a:schemeClr val="lt1"/>
          </a:solidFill>
          <a:ln>
            <a:noFill/>
          </a:ln>
        </p:spPr>
      </p:sp>
      <p:sp>
        <p:nvSpPr>
          <p:cNvPr id="520" name="Google Shape;520;p33"/>
          <p:cNvSpPr/>
          <p:nvPr/>
        </p:nvSpPr>
        <p:spPr>
          <a:xfrm>
            <a:off x="7140700" y="-1350"/>
            <a:ext cx="2003375" cy="714225"/>
          </a:xfrm>
          <a:custGeom>
            <a:avLst/>
            <a:gdLst/>
            <a:ahLst/>
            <a:cxnLst/>
            <a:rect l="l" t="t" r="r" b="b"/>
            <a:pathLst>
              <a:path w="80135" h="28569" extrusionOk="0">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dist="28575" dir="5400000" algn="bl" rotWithShape="0">
              <a:schemeClr val="accent4">
                <a:alpha val="24000"/>
              </a:schemeClr>
            </a:outerShdw>
          </a:effectLst>
        </p:spPr>
      </p:sp>
      <p:sp>
        <p:nvSpPr>
          <p:cNvPr id="521" name="Google Shape;521;p33"/>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522" name="Google Shape;522;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teps">
  <p:cSld name="BLANK_1_1_1_1_1_1_1_1_1_1_2_1_1">
    <p:spTree>
      <p:nvGrpSpPr>
        <p:cNvPr id="1" name="Shape 523"/>
        <p:cNvGrpSpPr/>
        <p:nvPr/>
      </p:nvGrpSpPr>
      <p:grpSpPr>
        <a:xfrm>
          <a:off x="0" y="0"/>
          <a:ext cx="0" cy="0"/>
          <a:chOff x="0" y="0"/>
          <a:chExt cx="0" cy="0"/>
        </a:xfrm>
      </p:grpSpPr>
      <p:grpSp>
        <p:nvGrpSpPr>
          <p:cNvPr id="524" name="Google Shape;524;p34"/>
          <p:cNvGrpSpPr/>
          <p:nvPr/>
        </p:nvGrpSpPr>
        <p:grpSpPr>
          <a:xfrm flipH="1">
            <a:off x="3199575" y="156175"/>
            <a:ext cx="1851000" cy="1225325"/>
            <a:chOff x="461225" y="3875100"/>
            <a:chExt cx="1851000" cy="1225325"/>
          </a:xfrm>
        </p:grpSpPr>
        <p:grpSp>
          <p:nvGrpSpPr>
            <p:cNvPr id="525" name="Google Shape;525;p34"/>
            <p:cNvGrpSpPr/>
            <p:nvPr/>
          </p:nvGrpSpPr>
          <p:grpSpPr>
            <a:xfrm>
              <a:off x="461225" y="3875100"/>
              <a:ext cx="1851000" cy="114600"/>
              <a:chOff x="461225" y="3504775"/>
              <a:chExt cx="1851000" cy="114600"/>
            </a:xfrm>
          </p:grpSpPr>
          <p:sp>
            <p:nvSpPr>
              <p:cNvPr id="526" name="Google Shape;526;p34"/>
              <p:cNvSpPr/>
              <p:nvPr/>
            </p:nvSpPr>
            <p:spPr>
              <a:xfrm>
                <a:off x="4612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27" name="Google Shape;527;p34"/>
              <p:cNvSpPr/>
              <p:nvPr/>
            </p:nvSpPr>
            <p:spPr>
              <a:xfrm>
                <a:off x="8314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28" name="Google Shape;528;p34"/>
              <p:cNvSpPr/>
              <p:nvPr/>
            </p:nvSpPr>
            <p:spPr>
              <a:xfrm>
                <a:off x="12016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29" name="Google Shape;529;p34"/>
              <p:cNvSpPr/>
              <p:nvPr/>
            </p:nvSpPr>
            <p:spPr>
              <a:xfrm>
                <a:off x="15718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0" name="Google Shape;530;p34"/>
              <p:cNvSpPr/>
              <p:nvPr/>
            </p:nvSpPr>
            <p:spPr>
              <a:xfrm>
                <a:off x="19420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31" name="Google Shape;531;p34"/>
            <p:cNvGrpSpPr/>
            <p:nvPr/>
          </p:nvGrpSpPr>
          <p:grpSpPr>
            <a:xfrm>
              <a:off x="461225" y="3989700"/>
              <a:ext cx="1480800" cy="1110725"/>
              <a:chOff x="461225" y="3249175"/>
              <a:chExt cx="1480800" cy="1110725"/>
            </a:xfrm>
          </p:grpSpPr>
          <p:sp>
            <p:nvSpPr>
              <p:cNvPr id="532" name="Google Shape;532;p34"/>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3" name="Google Shape;533;p34"/>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4" name="Google Shape;534;p34"/>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5" name="Google Shape;535;p34"/>
              <p:cNvSpPr/>
              <p:nvPr/>
            </p:nvSpPr>
            <p:spPr>
              <a:xfrm>
                <a:off x="1201625" y="3989700"/>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36" name="Google Shape;536;p34"/>
            <p:cNvGrpSpPr/>
            <p:nvPr/>
          </p:nvGrpSpPr>
          <p:grpSpPr>
            <a:xfrm>
              <a:off x="831425" y="4360025"/>
              <a:ext cx="1480800" cy="370200"/>
              <a:chOff x="831425" y="3249175"/>
              <a:chExt cx="1480800" cy="370200"/>
            </a:xfrm>
          </p:grpSpPr>
          <p:sp>
            <p:nvSpPr>
              <p:cNvPr id="537" name="Google Shape;537;p34"/>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8" name="Google Shape;538;p34"/>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39" name="Google Shape;539;p34"/>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40" name="Google Shape;540;p34"/>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541" name="Google Shape;541;p34"/>
          <p:cNvSpPr/>
          <p:nvPr/>
        </p:nvSpPr>
        <p:spPr>
          <a:xfrm>
            <a:off x="5023375" y="3994875"/>
            <a:ext cx="3941541" cy="1148616"/>
          </a:xfrm>
          <a:custGeom>
            <a:avLst/>
            <a:gdLst/>
            <a:ahLst/>
            <a:cxnLst/>
            <a:rect l="l" t="t" r="r" b="b"/>
            <a:pathLst>
              <a:path w="109754" h="47273" extrusionOk="0">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542" name="Google Shape;542;p34"/>
          <p:cNvSpPr/>
          <p:nvPr/>
        </p:nvSpPr>
        <p:spPr>
          <a:xfrm rot="5400000">
            <a:off x="6364434" y="2363929"/>
            <a:ext cx="912991" cy="4646142"/>
          </a:xfrm>
          <a:custGeom>
            <a:avLst/>
            <a:gdLst/>
            <a:ahLst/>
            <a:cxnLst/>
            <a:rect l="l" t="t" r="r" b="b"/>
            <a:pathLst>
              <a:path w="39886" h="93762" fill="none" extrusionOk="0">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543" name="Google Shape;543;p34"/>
          <p:cNvSpPr/>
          <p:nvPr/>
        </p:nvSpPr>
        <p:spPr>
          <a:xfrm>
            <a:off x="1643225" y="-725"/>
            <a:ext cx="5761425" cy="711800"/>
          </a:xfrm>
          <a:custGeom>
            <a:avLst/>
            <a:gdLst/>
            <a:ahLst/>
            <a:cxnLst/>
            <a:rect l="l" t="t" r="r" b="b"/>
            <a:pathLst>
              <a:path w="230457" h="28472" extrusionOk="0">
                <a:moveTo>
                  <a:pt x="0" y="0"/>
                </a:moveTo>
                <a:lnTo>
                  <a:pt x="230457" y="28472"/>
                </a:lnTo>
                <a:lnTo>
                  <a:pt x="220381" y="20"/>
                </a:lnTo>
                <a:close/>
              </a:path>
            </a:pathLst>
          </a:custGeom>
          <a:solidFill>
            <a:schemeClr val="lt1"/>
          </a:solidFill>
          <a:ln>
            <a:noFill/>
          </a:ln>
        </p:spPr>
        <p:txBody>
          <a:bodyPr/>
          <a:lstStyle/>
          <a:p>
            <a:endParaRPr lang="en-US"/>
          </a:p>
        </p:txBody>
      </p:sp>
      <p:sp>
        <p:nvSpPr>
          <p:cNvPr id="544" name="Google Shape;544;p34"/>
          <p:cNvSpPr/>
          <p:nvPr/>
        </p:nvSpPr>
        <p:spPr>
          <a:xfrm>
            <a:off x="7140700" y="-1350"/>
            <a:ext cx="2003375" cy="714225"/>
          </a:xfrm>
          <a:custGeom>
            <a:avLst/>
            <a:gdLst/>
            <a:ahLst/>
            <a:cxnLst/>
            <a:rect l="l" t="t" r="r" b="b"/>
            <a:pathLst>
              <a:path w="80135" h="28569" extrusionOk="0">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dist="28575" dir="5400000" algn="bl" rotWithShape="0">
              <a:schemeClr val="accent4">
                <a:alpha val="24000"/>
              </a:schemeClr>
            </a:outerShdw>
          </a:effectLst>
        </p:spPr>
        <p:txBody>
          <a:bodyPr/>
          <a:lstStyle/>
          <a:p>
            <a:endParaRPr lang="en-US"/>
          </a:p>
        </p:txBody>
      </p:sp>
      <p:cxnSp>
        <p:nvCxnSpPr>
          <p:cNvPr id="545" name="Google Shape;545;p34"/>
          <p:cNvCxnSpPr/>
          <p:nvPr/>
        </p:nvCxnSpPr>
        <p:spPr>
          <a:xfrm rot="10800000">
            <a:off x="605578" y="1794125"/>
            <a:ext cx="8537700" cy="0"/>
          </a:xfrm>
          <a:prstGeom prst="straightConnector1">
            <a:avLst/>
          </a:prstGeom>
          <a:noFill/>
          <a:ln w="19050" cap="flat" cmpd="sng">
            <a:solidFill>
              <a:schemeClr val="dk1"/>
            </a:solidFill>
            <a:prstDash val="solid"/>
            <a:round/>
            <a:headEnd type="none" w="med" len="med"/>
            <a:tailEnd type="none" w="med" len="med"/>
          </a:ln>
        </p:spPr>
      </p:cxnSp>
      <p:cxnSp>
        <p:nvCxnSpPr>
          <p:cNvPr id="546" name="Google Shape;546;p34"/>
          <p:cNvCxnSpPr/>
          <p:nvPr/>
        </p:nvCxnSpPr>
        <p:spPr>
          <a:xfrm rot="10800000">
            <a:off x="605578" y="2731925"/>
            <a:ext cx="8537700" cy="0"/>
          </a:xfrm>
          <a:prstGeom prst="straightConnector1">
            <a:avLst/>
          </a:prstGeom>
          <a:noFill/>
          <a:ln w="19050" cap="flat" cmpd="sng">
            <a:solidFill>
              <a:schemeClr val="dk1"/>
            </a:solidFill>
            <a:prstDash val="solid"/>
            <a:round/>
            <a:headEnd type="none" w="med" len="med"/>
            <a:tailEnd type="none" w="med" len="med"/>
          </a:ln>
        </p:spPr>
      </p:cxnSp>
      <p:cxnSp>
        <p:nvCxnSpPr>
          <p:cNvPr id="547" name="Google Shape;547;p34"/>
          <p:cNvCxnSpPr/>
          <p:nvPr/>
        </p:nvCxnSpPr>
        <p:spPr>
          <a:xfrm rot="10800000">
            <a:off x="606300" y="3669725"/>
            <a:ext cx="8537700" cy="0"/>
          </a:xfrm>
          <a:prstGeom prst="straightConnector1">
            <a:avLst/>
          </a:prstGeom>
          <a:noFill/>
          <a:ln w="19050" cap="flat" cmpd="sng">
            <a:solidFill>
              <a:schemeClr val="dk1"/>
            </a:solidFill>
            <a:prstDash val="solid"/>
            <a:round/>
            <a:headEnd type="none" w="med" len="med"/>
            <a:tailEnd type="none" w="med" len="med"/>
          </a:ln>
        </p:spPr>
      </p:cxnSp>
      <p:sp>
        <p:nvSpPr>
          <p:cNvPr id="548" name="Google Shape;548;p34"/>
          <p:cNvSpPr txBox="1">
            <a:spLocks noGrp="1"/>
          </p:cNvSpPr>
          <p:nvPr>
            <p:ph type="body" idx="1"/>
          </p:nvPr>
        </p:nvSpPr>
        <p:spPr>
          <a:xfrm>
            <a:off x="5788075" y="1906850"/>
            <a:ext cx="3021300" cy="8250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549" name="Google Shape;549;p34"/>
          <p:cNvSpPr txBox="1">
            <a:spLocks noGrp="1"/>
          </p:cNvSpPr>
          <p:nvPr>
            <p:ph type="title"/>
          </p:nvPr>
        </p:nvSpPr>
        <p:spPr>
          <a:xfrm>
            <a:off x="2134625" y="2853988"/>
            <a:ext cx="1583400" cy="3612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0" name="Google Shape;550;p34"/>
          <p:cNvSpPr txBox="1">
            <a:spLocks noGrp="1"/>
          </p:cNvSpPr>
          <p:nvPr>
            <p:ph type="body" idx="2"/>
          </p:nvPr>
        </p:nvSpPr>
        <p:spPr>
          <a:xfrm>
            <a:off x="5788075" y="2855650"/>
            <a:ext cx="3021300" cy="8142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551" name="Google Shape;551;p34"/>
          <p:cNvSpPr txBox="1">
            <a:spLocks noGrp="1"/>
          </p:cNvSpPr>
          <p:nvPr>
            <p:ph type="title" idx="3"/>
          </p:nvPr>
        </p:nvSpPr>
        <p:spPr>
          <a:xfrm>
            <a:off x="525175" y="2853988"/>
            <a:ext cx="1408800" cy="361200"/>
          </a:xfrm>
          <a:prstGeom prst="rect">
            <a:avLst/>
          </a:prstGeom>
        </p:spPr>
        <p:txBody>
          <a:bodyPr spcFirstLastPara="1" wrap="square" lIns="0" tIns="0" rIns="91425" bIns="91425" anchor="t" anchorCtr="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2" name="Google Shape;552;p34"/>
          <p:cNvSpPr txBox="1">
            <a:spLocks noGrp="1"/>
          </p:cNvSpPr>
          <p:nvPr>
            <p:ph type="title" idx="4"/>
          </p:nvPr>
        </p:nvSpPr>
        <p:spPr>
          <a:xfrm>
            <a:off x="2134625" y="3793475"/>
            <a:ext cx="1583400" cy="3612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3" name="Google Shape;553;p34"/>
          <p:cNvSpPr txBox="1">
            <a:spLocks noGrp="1"/>
          </p:cNvSpPr>
          <p:nvPr>
            <p:ph type="body" idx="5"/>
          </p:nvPr>
        </p:nvSpPr>
        <p:spPr>
          <a:xfrm>
            <a:off x="5788075" y="3793450"/>
            <a:ext cx="3021300" cy="8361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554" name="Google Shape;554;p34"/>
          <p:cNvSpPr txBox="1">
            <a:spLocks noGrp="1"/>
          </p:cNvSpPr>
          <p:nvPr>
            <p:ph type="title" idx="6"/>
          </p:nvPr>
        </p:nvSpPr>
        <p:spPr>
          <a:xfrm>
            <a:off x="525175" y="3793475"/>
            <a:ext cx="1408800" cy="361200"/>
          </a:xfrm>
          <a:prstGeom prst="rect">
            <a:avLst/>
          </a:prstGeom>
        </p:spPr>
        <p:txBody>
          <a:bodyPr spcFirstLastPara="1" wrap="square" lIns="0" tIns="0" rIns="91425" bIns="91425" anchor="t" anchorCtr="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5" name="Google Shape;555;p34"/>
          <p:cNvSpPr txBox="1">
            <a:spLocks noGrp="1"/>
          </p:cNvSpPr>
          <p:nvPr>
            <p:ph type="title" idx="7"/>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556" name="Google Shape;556;p34"/>
          <p:cNvSpPr txBox="1">
            <a:spLocks noGrp="1"/>
          </p:cNvSpPr>
          <p:nvPr>
            <p:ph type="title" idx="8"/>
          </p:nvPr>
        </p:nvSpPr>
        <p:spPr>
          <a:xfrm>
            <a:off x="2134625" y="1914525"/>
            <a:ext cx="1583400" cy="3612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7" name="Google Shape;557;p34"/>
          <p:cNvSpPr txBox="1">
            <a:spLocks noGrp="1"/>
          </p:cNvSpPr>
          <p:nvPr>
            <p:ph type="title" idx="9"/>
          </p:nvPr>
        </p:nvSpPr>
        <p:spPr>
          <a:xfrm>
            <a:off x="525175" y="1914525"/>
            <a:ext cx="1408800" cy="361200"/>
          </a:xfrm>
          <a:prstGeom prst="rect">
            <a:avLst/>
          </a:prstGeom>
        </p:spPr>
        <p:txBody>
          <a:bodyPr spcFirstLastPara="1" wrap="square" lIns="0" tIns="0" rIns="91425" bIns="91425" anchor="t" anchorCtr="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58" name="Google Shape;558;p34"/>
          <p:cNvSpPr txBox="1">
            <a:spLocks noGrp="1"/>
          </p:cNvSpPr>
          <p:nvPr>
            <p:ph type="title" idx="13"/>
          </p:nvPr>
        </p:nvSpPr>
        <p:spPr>
          <a:xfrm>
            <a:off x="115025" y="502775"/>
            <a:ext cx="39417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559" name="Google Shape;559;p34"/>
          <p:cNvSpPr txBox="1">
            <a:spLocks noGrp="1"/>
          </p:cNvSpPr>
          <p:nvPr>
            <p:ph type="title" idx="1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560" name="Google Shape;560;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Sora Light"/>
                <a:ea typeface="Sora Light"/>
                <a:cs typeface="Sora Light"/>
                <a:sym typeface="Sora Light"/>
              </a:defRPr>
            </a:lvl1pPr>
            <a:lvl2pPr lvl="1">
              <a:buNone/>
              <a:defRPr>
                <a:latin typeface="Sora Light"/>
                <a:ea typeface="Sora Light"/>
                <a:cs typeface="Sora Light"/>
                <a:sym typeface="Sora Light"/>
              </a:defRPr>
            </a:lvl2pPr>
            <a:lvl3pPr lvl="2">
              <a:buNone/>
              <a:defRPr>
                <a:latin typeface="Sora Light"/>
                <a:ea typeface="Sora Light"/>
                <a:cs typeface="Sora Light"/>
                <a:sym typeface="Sora Light"/>
              </a:defRPr>
            </a:lvl3pPr>
            <a:lvl4pPr lvl="3">
              <a:buNone/>
              <a:defRPr>
                <a:latin typeface="Sora Light"/>
                <a:ea typeface="Sora Light"/>
                <a:cs typeface="Sora Light"/>
                <a:sym typeface="Sora Light"/>
              </a:defRPr>
            </a:lvl4pPr>
            <a:lvl5pPr lvl="4">
              <a:buNone/>
              <a:defRPr>
                <a:latin typeface="Sora Light"/>
                <a:ea typeface="Sora Light"/>
                <a:cs typeface="Sora Light"/>
                <a:sym typeface="Sora Light"/>
              </a:defRPr>
            </a:lvl5pPr>
            <a:lvl6pPr lvl="5">
              <a:buNone/>
              <a:defRPr>
                <a:latin typeface="Sora Light"/>
                <a:ea typeface="Sora Light"/>
                <a:cs typeface="Sora Light"/>
                <a:sym typeface="Sora Light"/>
              </a:defRPr>
            </a:lvl6pPr>
            <a:lvl7pPr lvl="6">
              <a:buNone/>
              <a:defRPr>
                <a:latin typeface="Sora Light"/>
                <a:ea typeface="Sora Light"/>
                <a:cs typeface="Sora Light"/>
                <a:sym typeface="Sora Light"/>
              </a:defRPr>
            </a:lvl7pPr>
            <a:lvl8pPr lvl="7">
              <a:buNone/>
              <a:defRPr>
                <a:latin typeface="Sora Light"/>
                <a:ea typeface="Sora Light"/>
                <a:cs typeface="Sora Light"/>
                <a:sym typeface="Sora Light"/>
              </a:defRPr>
            </a:lvl8pPr>
            <a:lvl9pPr lvl="8">
              <a:buNone/>
              <a:defRPr>
                <a:latin typeface="Sora Light"/>
                <a:ea typeface="Sora Light"/>
                <a:cs typeface="Sora Light"/>
                <a:sym typeface="Sora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Agenda - Alt 1">
  <p:cSld name="BLANK_1_1_1_1_1_1_1_1_1_1_1">
    <p:spTree>
      <p:nvGrpSpPr>
        <p:cNvPr id="1" name="Shape 561"/>
        <p:cNvGrpSpPr/>
        <p:nvPr/>
      </p:nvGrpSpPr>
      <p:grpSpPr>
        <a:xfrm>
          <a:off x="0" y="0"/>
          <a:ext cx="0" cy="0"/>
          <a:chOff x="0" y="0"/>
          <a:chExt cx="0" cy="0"/>
        </a:xfrm>
      </p:grpSpPr>
      <p:grpSp>
        <p:nvGrpSpPr>
          <p:cNvPr id="562" name="Google Shape;562;p35"/>
          <p:cNvGrpSpPr/>
          <p:nvPr/>
        </p:nvGrpSpPr>
        <p:grpSpPr>
          <a:xfrm>
            <a:off x="115026" y="364"/>
            <a:ext cx="5125634" cy="5143564"/>
            <a:chOff x="312900" y="2788524"/>
            <a:chExt cx="2221197" cy="1994480"/>
          </a:xfrm>
        </p:grpSpPr>
        <p:grpSp>
          <p:nvGrpSpPr>
            <p:cNvPr id="563" name="Google Shape;563;p35"/>
            <p:cNvGrpSpPr/>
            <p:nvPr/>
          </p:nvGrpSpPr>
          <p:grpSpPr>
            <a:xfrm>
              <a:off x="312900" y="2788524"/>
              <a:ext cx="1851000" cy="1994480"/>
              <a:chOff x="461225" y="3244074"/>
              <a:chExt cx="1851000" cy="1994480"/>
            </a:xfrm>
          </p:grpSpPr>
          <p:grpSp>
            <p:nvGrpSpPr>
              <p:cNvPr id="564" name="Google Shape;564;p35"/>
              <p:cNvGrpSpPr/>
              <p:nvPr/>
            </p:nvGrpSpPr>
            <p:grpSpPr>
              <a:xfrm>
                <a:off x="461229" y="3244074"/>
                <a:ext cx="1850992" cy="1994480"/>
                <a:chOff x="461229" y="3244074"/>
                <a:chExt cx="1850992" cy="1994480"/>
              </a:xfrm>
            </p:grpSpPr>
            <p:sp>
              <p:nvSpPr>
                <p:cNvPr id="565" name="Google Shape;565;p35"/>
                <p:cNvSpPr/>
                <p:nvPr/>
              </p:nvSpPr>
              <p:spPr>
                <a:xfrm>
                  <a:off x="461229" y="3244074"/>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6" name="Google Shape;566;p35"/>
                <p:cNvSpPr/>
                <p:nvPr/>
              </p:nvSpPr>
              <p:spPr>
                <a:xfrm>
                  <a:off x="831430" y="5100554"/>
                  <a:ext cx="370200" cy="13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7" name="Google Shape;567;p35"/>
                <p:cNvSpPr/>
                <p:nvPr/>
              </p:nvSpPr>
              <p:spPr>
                <a:xfrm>
                  <a:off x="1201620" y="3244219"/>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8" name="Google Shape;568;p35"/>
                <p:cNvSpPr/>
                <p:nvPr/>
              </p:nvSpPr>
              <p:spPr>
                <a:xfrm>
                  <a:off x="1571820" y="3244219"/>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9" name="Google Shape;569;p35"/>
                <p:cNvSpPr/>
                <p:nvPr/>
              </p:nvSpPr>
              <p:spPr>
                <a:xfrm>
                  <a:off x="1942021" y="3244219"/>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70" name="Google Shape;570;p35"/>
              <p:cNvGrpSpPr/>
              <p:nvPr/>
            </p:nvGrpSpPr>
            <p:grpSpPr>
              <a:xfrm>
                <a:off x="461225" y="3619500"/>
                <a:ext cx="1851000" cy="370200"/>
                <a:chOff x="461225" y="3249175"/>
                <a:chExt cx="1851000" cy="370200"/>
              </a:xfrm>
            </p:grpSpPr>
            <p:sp>
              <p:nvSpPr>
                <p:cNvPr id="571" name="Google Shape;571;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2" name="Google Shape;572;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3" name="Google Shape;573;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4" name="Google Shape;574;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5" name="Google Shape;575;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76" name="Google Shape;576;p35"/>
              <p:cNvGrpSpPr/>
              <p:nvPr/>
            </p:nvGrpSpPr>
            <p:grpSpPr>
              <a:xfrm>
                <a:off x="461225" y="3989700"/>
                <a:ext cx="1851000" cy="1110726"/>
                <a:chOff x="461225" y="3249175"/>
                <a:chExt cx="1851000" cy="1110726"/>
              </a:xfrm>
            </p:grpSpPr>
            <p:sp>
              <p:nvSpPr>
                <p:cNvPr id="577" name="Google Shape;577;p35"/>
                <p:cNvSpPr/>
                <p:nvPr/>
              </p:nvSpPr>
              <p:spPr>
                <a:xfrm>
                  <a:off x="461225" y="3989701"/>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8" name="Google Shape;578;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9" name="Google Shape;579;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0" name="Google Shape;580;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1" name="Google Shape;581;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82" name="Google Shape;582;p35"/>
              <p:cNvGrpSpPr/>
              <p:nvPr/>
            </p:nvGrpSpPr>
            <p:grpSpPr>
              <a:xfrm>
                <a:off x="461225" y="4360025"/>
                <a:ext cx="1851000" cy="370200"/>
                <a:chOff x="461225" y="3249175"/>
                <a:chExt cx="1851000" cy="370200"/>
              </a:xfrm>
            </p:grpSpPr>
            <p:sp>
              <p:nvSpPr>
                <p:cNvPr id="583" name="Google Shape;583;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4" name="Google Shape;584;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5" name="Google Shape;585;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6" name="Google Shape;586;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587" name="Google Shape;587;p35"/>
            <p:cNvSpPr/>
            <p:nvPr/>
          </p:nvSpPr>
          <p:spPr>
            <a:xfrm>
              <a:off x="2163897" y="2788524"/>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88" name="Google Shape;588;p35"/>
          <p:cNvGrpSpPr/>
          <p:nvPr/>
        </p:nvGrpSpPr>
        <p:grpSpPr>
          <a:xfrm rot="5400000" flipH="1">
            <a:off x="7145338" y="3274875"/>
            <a:ext cx="2221200" cy="1481050"/>
            <a:chOff x="312900" y="2793625"/>
            <a:chExt cx="2221200" cy="1481050"/>
          </a:xfrm>
        </p:grpSpPr>
        <p:grpSp>
          <p:nvGrpSpPr>
            <p:cNvPr id="589" name="Google Shape;589;p35"/>
            <p:cNvGrpSpPr/>
            <p:nvPr/>
          </p:nvGrpSpPr>
          <p:grpSpPr>
            <a:xfrm>
              <a:off x="312900" y="2793625"/>
              <a:ext cx="1851000" cy="1481050"/>
              <a:chOff x="461225" y="3249175"/>
              <a:chExt cx="1851000" cy="1481050"/>
            </a:xfrm>
          </p:grpSpPr>
          <p:grpSp>
            <p:nvGrpSpPr>
              <p:cNvPr id="590" name="Google Shape;590;p35"/>
              <p:cNvGrpSpPr/>
              <p:nvPr/>
            </p:nvGrpSpPr>
            <p:grpSpPr>
              <a:xfrm>
                <a:off x="461225" y="3249175"/>
                <a:ext cx="1851000" cy="370200"/>
                <a:chOff x="461225" y="3249175"/>
                <a:chExt cx="1851000" cy="370200"/>
              </a:xfrm>
            </p:grpSpPr>
            <p:sp>
              <p:nvSpPr>
                <p:cNvPr id="591" name="Google Shape;591;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2" name="Google Shape;592;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3" name="Google Shape;593;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4" name="Google Shape;594;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5" name="Google Shape;595;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96" name="Google Shape;596;p35"/>
              <p:cNvGrpSpPr/>
              <p:nvPr/>
            </p:nvGrpSpPr>
            <p:grpSpPr>
              <a:xfrm>
                <a:off x="461225" y="3619500"/>
                <a:ext cx="1851000" cy="370200"/>
                <a:chOff x="461225" y="3249175"/>
                <a:chExt cx="1851000" cy="370200"/>
              </a:xfrm>
            </p:grpSpPr>
            <p:sp>
              <p:nvSpPr>
                <p:cNvPr id="597" name="Google Shape;597;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8" name="Google Shape;598;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9" name="Google Shape;599;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0" name="Google Shape;600;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1" name="Google Shape;601;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602" name="Google Shape;602;p35"/>
              <p:cNvGrpSpPr/>
              <p:nvPr/>
            </p:nvGrpSpPr>
            <p:grpSpPr>
              <a:xfrm>
                <a:off x="461225" y="3989700"/>
                <a:ext cx="1851000" cy="370200"/>
                <a:chOff x="461225" y="3249175"/>
                <a:chExt cx="1851000" cy="370200"/>
              </a:xfrm>
            </p:grpSpPr>
            <p:sp>
              <p:nvSpPr>
                <p:cNvPr id="603" name="Google Shape;603;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4" name="Google Shape;604;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5" name="Google Shape;605;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6" name="Google Shape;606;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07" name="Google Shape;607;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608" name="Google Shape;608;p35"/>
              <p:cNvGrpSpPr/>
              <p:nvPr/>
            </p:nvGrpSpPr>
            <p:grpSpPr>
              <a:xfrm>
                <a:off x="461225" y="4360025"/>
                <a:ext cx="1851000" cy="370200"/>
                <a:chOff x="461225" y="3249175"/>
                <a:chExt cx="1851000" cy="370200"/>
              </a:xfrm>
            </p:grpSpPr>
            <p:sp>
              <p:nvSpPr>
                <p:cNvPr id="609" name="Google Shape;609;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0" name="Google Shape;610;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1" name="Google Shape;611;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2" name="Google Shape;612;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3" name="Google Shape;613;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614" name="Google Shape;614;p35"/>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615" name="Google Shape;615;p35"/>
          <p:cNvSpPr/>
          <p:nvPr/>
        </p:nvSpPr>
        <p:spPr>
          <a:xfrm>
            <a:off x="6255775" y="3774250"/>
            <a:ext cx="2888225" cy="1369250"/>
          </a:xfrm>
          <a:custGeom>
            <a:avLst/>
            <a:gdLst/>
            <a:ahLst/>
            <a:cxnLst/>
            <a:rect l="l" t="t" r="r" b="b"/>
            <a:pathLst>
              <a:path w="115529" h="54770" extrusionOk="0">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6" name="Google Shape;616;p35"/>
          <p:cNvSpPr/>
          <p:nvPr/>
        </p:nvSpPr>
        <p:spPr>
          <a:xfrm rot="5400000">
            <a:off x="6256650" y="3649999"/>
            <a:ext cx="1392300" cy="3359400"/>
          </a:xfrm>
          <a:prstGeom prst="chord">
            <a:avLst>
              <a:gd name="adj1" fmla="val 5820070"/>
              <a:gd name="adj2" fmla="val 15784537"/>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7" name="Google Shape;617;p35"/>
          <p:cNvSpPr txBox="1">
            <a:spLocks noGrp="1"/>
          </p:cNvSpPr>
          <p:nvPr>
            <p:ph type="subTitle" idx="1"/>
          </p:nvPr>
        </p:nvSpPr>
        <p:spPr>
          <a:xfrm>
            <a:off x="4482800" y="3963975"/>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18" name="Google Shape;618;p35"/>
          <p:cNvSpPr txBox="1">
            <a:spLocks noGrp="1"/>
          </p:cNvSpPr>
          <p:nvPr>
            <p:ph type="subTitle" idx="2"/>
          </p:nvPr>
        </p:nvSpPr>
        <p:spPr>
          <a:xfrm>
            <a:off x="4482800" y="3731112"/>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19" name="Google Shape;619;p35"/>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620" name="Google Shape;620;p35"/>
          <p:cNvSpPr txBox="1">
            <a:spLocks noGrp="1"/>
          </p:cNvSpPr>
          <p:nvPr>
            <p:ph type="title" idx="3"/>
          </p:nvPr>
        </p:nvSpPr>
        <p:spPr>
          <a:xfrm>
            <a:off x="115025" y="471075"/>
            <a:ext cx="39417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621" name="Google Shape;621;p35"/>
          <p:cNvSpPr txBox="1">
            <a:spLocks noGrp="1"/>
          </p:cNvSpPr>
          <p:nvPr>
            <p:ph type="subTitle" idx="4"/>
          </p:nvPr>
        </p:nvSpPr>
        <p:spPr>
          <a:xfrm>
            <a:off x="4482800" y="3428650"/>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22" name="Google Shape;622;p35"/>
          <p:cNvSpPr txBox="1">
            <a:spLocks noGrp="1"/>
          </p:cNvSpPr>
          <p:nvPr>
            <p:ph type="subTitle" idx="5"/>
          </p:nvPr>
        </p:nvSpPr>
        <p:spPr>
          <a:xfrm>
            <a:off x="4482800" y="3195787"/>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3" name="Google Shape;623;p35"/>
          <p:cNvSpPr txBox="1">
            <a:spLocks noGrp="1"/>
          </p:cNvSpPr>
          <p:nvPr>
            <p:ph type="subTitle" idx="6"/>
          </p:nvPr>
        </p:nvSpPr>
        <p:spPr>
          <a:xfrm>
            <a:off x="4482800" y="2894863"/>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24" name="Google Shape;624;p35"/>
          <p:cNvSpPr txBox="1">
            <a:spLocks noGrp="1"/>
          </p:cNvSpPr>
          <p:nvPr>
            <p:ph type="subTitle" idx="7"/>
          </p:nvPr>
        </p:nvSpPr>
        <p:spPr>
          <a:xfrm>
            <a:off x="4482800" y="2662000"/>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5" name="Google Shape;625;p35"/>
          <p:cNvSpPr txBox="1">
            <a:spLocks noGrp="1"/>
          </p:cNvSpPr>
          <p:nvPr>
            <p:ph type="subTitle" idx="8"/>
          </p:nvPr>
        </p:nvSpPr>
        <p:spPr>
          <a:xfrm>
            <a:off x="4482800" y="2361863"/>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26" name="Google Shape;626;p35"/>
          <p:cNvSpPr txBox="1">
            <a:spLocks noGrp="1"/>
          </p:cNvSpPr>
          <p:nvPr>
            <p:ph type="subTitle" idx="9"/>
          </p:nvPr>
        </p:nvSpPr>
        <p:spPr>
          <a:xfrm>
            <a:off x="4482800" y="2129000"/>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7" name="Google Shape;627;p35"/>
          <p:cNvSpPr txBox="1">
            <a:spLocks noGrp="1"/>
          </p:cNvSpPr>
          <p:nvPr>
            <p:ph type="subTitle" idx="13"/>
          </p:nvPr>
        </p:nvSpPr>
        <p:spPr>
          <a:xfrm>
            <a:off x="4482800" y="1829238"/>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28" name="Google Shape;628;p35"/>
          <p:cNvSpPr txBox="1">
            <a:spLocks noGrp="1"/>
          </p:cNvSpPr>
          <p:nvPr>
            <p:ph type="subTitle" idx="14"/>
          </p:nvPr>
        </p:nvSpPr>
        <p:spPr>
          <a:xfrm>
            <a:off x="4482800" y="1596375"/>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9" name="Google Shape;629;p35"/>
          <p:cNvSpPr txBox="1">
            <a:spLocks noGrp="1"/>
          </p:cNvSpPr>
          <p:nvPr>
            <p:ph type="subTitle" idx="15"/>
          </p:nvPr>
        </p:nvSpPr>
        <p:spPr>
          <a:xfrm>
            <a:off x="4482800" y="1296613"/>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30" name="Google Shape;630;p35"/>
          <p:cNvSpPr txBox="1">
            <a:spLocks noGrp="1"/>
          </p:cNvSpPr>
          <p:nvPr>
            <p:ph type="subTitle" idx="16"/>
          </p:nvPr>
        </p:nvSpPr>
        <p:spPr>
          <a:xfrm>
            <a:off x="4482800" y="1063750"/>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31" name="Google Shape;631;p35"/>
          <p:cNvSpPr txBox="1">
            <a:spLocks noGrp="1"/>
          </p:cNvSpPr>
          <p:nvPr>
            <p:ph type="title" idx="17"/>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632" name="Google Shape;632;p3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udience Persona Infographic">
  <p:cSld name="BLANK_1_1_1_1_1_1_1_1_1_1_1_1_3">
    <p:bg>
      <p:bgPr>
        <a:solidFill>
          <a:schemeClr val="lt1"/>
        </a:solidFill>
        <a:effectLst/>
      </p:bgPr>
    </p:bg>
    <p:spTree>
      <p:nvGrpSpPr>
        <p:cNvPr id="1" name="Shape 633"/>
        <p:cNvGrpSpPr/>
        <p:nvPr/>
      </p:nvGrpSpPr>
      <p:grpSpPr>
        <a:xfrm>
          <a:off x="0" y="0"/>
          <a:ext cx="0" cy="0"/>
          <a:chOff x="0" y="0"/>
          <a:chExt cx="0" cy="0"/>
        </a:xfrm>
      </p:grpSpPr>
      <p:sp>
        <p:nvSpPr>
          <p:cNvPr id="634" name="Google Shape;634;p36"/>
          <p:cNvSpPr/>
          <p:nvPr/>
        </p:nvSpPr>
        <p:spPr>
          <a:xfrm>
            <a:off x="6702700" y="2532550"/>
            <a:ext cx="2441400" cy="2610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35" name="Google Shape;635;p36"/>
          <p:cNvSpPr>
            <a:spLocks noGrp="1"/>
          </p:cNvSpPr>
          <p:nvPr>
            <p:ph type="pic" idx="2"/>
          </p:nvPr>
        </p:nvSpPr>
        <p:spPr>
          <a:xfrm>
            <a:off x="6702600" y="-16150"/>
            <a:ext cx="2441400" cy="2574600"/>
          </a:xfrm>
          <a:prstGeom prst="rect">
            <a:avLst/>
          </a:prstGeom>
          <a:noFill/>
          <a:ln>
            <a:noFill/>
          </a:ln>
        </p:spPr>
      </p:sp>
      <p:sp>
        <p:nvSpPr>
          <p:cNvPr id="636" name="Google Shape;636;p36"/>
          <p:cNvSpPr txBox="1">
            <a:spLocks noGrp="1"/>
          </p:cNvSpPr>
          <p:nvPr>
            <p:ph type="subTitle" idx="1"/>
          </p:nvPr>
        </p:nvSpPr>
        <p:spPr>
          <a:xfrm>
            <a:off x="115025" y="1739375"/>
            <a:ext cx="3460800" cy="1776600"/>
          </a:xfrm>
          <a:prstGeom prst="rect">
            <a:avLst/>
          </a:prstGeom>
        </p:spPr>
        <p:txBody>
          <a:bodyPr spcFirstLastPara="1" wrap="square" lIns="91425" tIns="0" rIns="91425" bIns="0" anchor="t" anchorCtr="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a:endParaRPr/>
          </a:p>
        </p:txBody>
      </p:sp>
      <p:sp>
        <p:nvSpPr>
          <p:cNvPr id="637" name="Google Shape;637;p36"/>
          <p:cNvSpPr txBox="1">
            <a:spLocks noGrp="1"/>
          </p:cNvSpPr>
          <p:nvPr>
            <p:ph type="subTitle" idx="3"/>
          </p:nvPr>
        </p:nvSpPr>
        <p:spPr>
          <a:xfrm>
            <a:off x="115025" y="3869063"/>
            <a:ext cx="3460800" cy="8004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638" name="Google Shape;638;p36"/>
          <p:cNvSpPr txBox="1">
            <a:spLocks noGrp="1"/>
          </p:cNvSpPr>
          <p:nvPr>
            <p:ph type="title"/>
          </p:nvPr>
        </p:nvSpPr>
        <p:spPr>
          <a:xfrm>
            <a:off x="3656050" y="1739375"/>
            <a:ext cx="2960700" cy="237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39" name="Google Shape;639;p36"/>
          <p:cNvSpPr txBox="1">
            <a:spLocks noGrp="1"/>
          </p:cNvSpPr>
          <p:nvPr>
            <p:ph type="title" idx="4"/>
          </p:nvPr>
        </p:nvSpPr>
        <p:spPr>
          <a:xfrm>
            <a:off x="3656050" y="2786778"/>
            <a:ext cx="2960700" cy="3387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40" name="Google Shape;640;p36"/>
          <p:cNvSpPr txBox="1">
            <a:spLocks noGrp="1"/>
          </p:cNvSpPr>
          <p:nvPr>
            <p:ph type="title" idx="5"/>
          </p:nvPr>
        </p:nvSpPr>
        <p:spPr>
          <a:xfrm>
            <a:off x="3624425" y="4231975"/>
            <a:ext cx="900600" cy="3387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41" name="Google Shape;641;p36"/>
          <p:cNvSpPr txBox="1">
            <a:spLocks noGrp="1"/>
          </p:cNvSpPr>
          <p:nvPr>
            <p:ph type="title" idx="6"/>
          </p:nvPr>
        </p:nvSpPr>
        <p:spPr>
          <a:xfrm>
            <a:off x="115025" y="1079975"/>
            <a:ext cx="6055500" cy="492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642" name="Google Shape;642;p36"/>
          <p:cNvSpPr txBox="1">
            <a:spLocks noGrp="1"/>
          </p:cNvSpPr>
          <p:nvPr>
            <p:ph type="title" idx="7"/>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643" name="Google Shape;643;p36"/>
          <p:cNvSpPr txBox="1">
            <a:spLocks noGrp="1"/>
          </p:cNvSpPr>
          <p:nvPr>
            <p:ph type="title" idx="8"/>
          </p:nvPr>
        </p:nvSpPr>
        <p:spPr>
          <a:xfrm>
            <a:off x="115025" y="473240"/>
            <a:ext cx="6055500" cy="5772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a:endParaRPr/>
          </a:p>
        </p:txBody>
      </p:sp>
      <p:sp>
        <p:nvSpPr>
          <p:cNvPr id="644" name="Google Shape;644;p36"/>
          <p:cNvSpPr txBox="1">
            <a:spLocks noGrp="1"/>
          </p:cNvSpPr>
          <p:nvPr>
            <p:ph type="title" idx="9"/>
          </p:nvPr>
        </p:nvSpPr>
        <p:spPr>
          <a:xfrm>
            <a:off x="115025" y="3631463"/>
            <a:ext cx="3460800" cy="237600"/>
          </a:xfrm>
          <a:prstGeom prst="rect">
            <a:avLst/>
          </a:prstGeom>
        </p:spPr>
        <p:txBody>
          <a:bodyPr spcFirstLastPara="1" wrap="square" lIns="91425" tIns="0" rIns="0" bIns="0"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45" name="Google Shape;645;p36"/>
          <p:cNvSpPr txBox="1">
            <a:spLocks noGrp="1"/>
          </p:cNvSpPr>
          <p:nvPr>
            <p:ph type="subTitle" idx="13"/>
          </p:nvPr>
        </p:nvSpPr>
        <p:spPr>
          <a:xfrm>
            <a:off x="6751650" y="2599100"/>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46" name="Google Shape;646;p36"/>
          <p:cNvSpPr txBox="1">
            <a:spLocks noGrp="1"/>
          </p:cNvSpPr>
          <p:nvPr>
            <p:ph type="subTitle" idx="14"/>
          </p:nvPr>
        </p:nvSpPr>
        <p:spPr>
          <a:xfrm>
            <a:off x="6751650" y="2912378"/>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47" name="Google Shape;647;p36"/>
          <p:cNvSpPr txBox="1">
            <a:spLocks noGrp="1"/>
          </p:cNvSpPr>
          <p:nvPr>
            <p:ph type="subTitle" idx="15"/>
          </p:nvPr>
        </p:nvSpPr>
        <p:spPr>
          <a:xfrm>
            <a:off x="6751650" y="3225655"/>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48" name="Google Shape;648;p36"/>
          <p:cNvSpPr txBox="1">
            <a:spLocks noGrp="1"/>
          </p:cNvSpPr>
          <p:nvPr>
            <p:ph type="subTitle" idx="16"/>
          </p:nvPr>
        </p:nvSpPr>
        <p:spPr>
          <a:xfrm>
            <a:off x="6751650" y="3538932"/>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49" name="Google Shape;649;p36"/>
          <p:cNvSpPr txBox="1">
            <a:spLocks noGrp="1"/>
          </p:cNvSpPr>
          <p:nvPr>
            <p:ph type="subTitle" idx="17"/>
          </p:nvPr>
        </p:nvSpPr>
        <p:spPr>
          <a:xfrm>
            <a:off x="6751650" y="3852210"/>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50" name="Google Shape;650;p36"/>
          <p:cNvSpPr txBox="1">
            <a:spLocks noGrp="1"/>
          </p:cNvSpPr>
          <p:nvPr>
            <p:ph type="subTitle" idx="18"/>
          </p:nvPr>
        </p:nvSpPr>
        <p:spPr>
          <a:xfrm>
            <a:off x="6751650" y="4165488"/>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51" name="Google Shape;651;p36"/>
          <p:cNvSpPr txBox="1">
            <a:spLocks noGrp="1"/>
          </p:cNvSpPr>
          <p:nvPr>
            <p:ph type="title" idx="19"/>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652" name="Google Shape;652;p3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body and image - Alt 2">
  <p:cSld name="BLANK_1_1_1_1_1_1_1_1_1_1_1_1_2">
    <p:spTree>
      <p:nvGrpSpPr>
        <p:cNvPr id="1" name="Shape 653"/>
        <p:cNvGrpSpPr/>
        <p:nvPr/>
      </p:nvGrpSpPr>
      <p:grpSpPr>
        <a:xfrm>
          <a:off x="0" y="0"/>
          <a:ext cx="0" cy="0"/>
          <a:chOff x="0" y="0"/>
          <a:chExt cx="0" cy="0"/>
        </a:xfrm>
      </p:grpSpPr>
      <p:sp>
        <p:nvSpPr>
          <p:cNvPr id="654" name="Google Shape;654;p37"/>
          <p:cNvSpPr/>
          <p:nvPr/>
        </p:nvSpPr>
        <p:spPr>
          <a:xfrm rot="-8100000" flipH="1">
            <a:off x="4692650" y="965198"/>
            <a:ext cx="4843399" cy="2480248"/>
          </a:xfrm>
          <a:prstGeom prst="flowChartConnector">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55" name="Google Shape;655;p37"/>
          <p:cNvSpPr/>
          <p:nvPr/>
        </p:nvSpPr>
        <p:spPr>
          <a:xfrm rot="10800000" flipH="1">
            <a:off x="4676692" y="3337812"/>
            <a:ext cx="4467295" cy="1685226"/>
          </a:xfrm>
          <a:custGeom>
            <a:avLst/>
            <a:gdLst/>
            <a:ahLst/>
            <a:cxnLst/>
            <a:rect l="l" t="t" r="r" b="b"/>
            <a:pathLst>
              <a:path w="119855" h="51371" extrusionOk="0">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656" name="Google Shape;656;p37"/>
          <p:cNvSpPr>
            <a:spLocks noGrp="1"/>
          </p:cNvSpPr>
          <p:nvPr>
            <p:ph type="pic" idx="2"/>
          </p:nvPr>
        </p:nvSpPr>
        <p:spPr>
          <a:xfrm>
            <a:off x="5457500" y="0"/>
            <a:ext cx="3686400" cy="5143500"/>
          </a:xfrm>
          <a:prstGeom prst="rect">
            <a:avLst/>
          </a:prstGeom>
          <a:noFill/>
          <a:ln>
            <a:noFill/>
          </a:ln>
        </p:spPr>
      </p:sp>
      <p:sp>
        <p:nvSpPr>
          <p:cNvPr id="657" name="Google Shape;657;p37"/>
          <p:cNvSpPr txBox="1">
            <a:spLocks noGrp="1"/>
          </p:cNvSpPr>
          <p:nvPr>
            <p:ph type="body" idx="1"/>
          </p:nvPr>
        </p:nvSpPr>
        <p:spPr>
          <a:xfrm>
            <a:off x="115025" y="1743625"/>
            <a:ext cx="2094000" cy="28647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Font typeface="Sora Light"/>
              <a:buChar char="●"/>
              <a:defRPr sz="1000">
                <a:latin typeface="Sora Light"/>
                <a:ea typeface="Sora Light"/>
                <a:cs typeface="Sora Light"/>
                <a:sym typeface="Sora Light"/>
              </a:defRPr>
            </a:lvl1pPr>
            <a:lvl2pPr marL="914400" lvl="1" indent="-292100">
              <a:spcBef>
                <a:spcPts val="800"/>
              </a:spcBef>
              <a:spcAft>
                <a:spcPts val="0"/>
              </a:spcAft>
              <a:buSzPts val="1000"/>
              <a:buFont typeface="Sora Light"/>
              <a:buChar char="○"/>
              <a:defRPr sz="1000">
                <a:latin typeface="Sora Light"/>
                <a:ea typeface="Sora Light"/>
                <a:cs typeface="Sora Light"/>
                <a:sym typeface="Sora Light"/>
              </a:defRPr>
            </a:lvl2pPr>
            <a:lvl3pPr marL="1371600" lvl="2" indent="-292100">
              <a:spcBef>
                <a:spcPts val="800"/>
              </a:spcBef>
              <a:spcAft>
                <a:spcPts val="0"/>
              </a:spcAft>
              <a:buSzPts val="1000"/>
              <a:buFont typeface="Sora Light"/>
              <a:buChar char="■"/>
              <a:defRPr sz="1000">
                <a:latin typeface="Sora Light"/>
                <a:ea typeface="Sora Light"/>
                <a:cs typeface="Sora Light"/>
                <a:sym typeface="Sora Light"/>
              </a:defRPr>
            </a:lvl3pPr>
            <a:lvl4pPr marL="1828800" lvl="3" indent="-292100">
              <a:spcBef>
                <a:spcPts val="800"/>
              </a:spcBef>
              <a:spcAft>
                <a:spcPts val="0"/>
              </a:spcAft>
              <a:buSzPts val="1000"/>
              <a:buFont typeface="Sora Light"/>
              <a:buChar char="●"/>
              <a:defRPr sz="1000">
                <a:latin typeface="Sora Light"/>
                <a:ea typeface="Sora Light"/>
                <a:cs typeface="Sora Light"/>
                <a:sym typeface="Sora Light"/>
              </a:defRPr>
            </a:lvl4pPr>
            <a:lvl5pPr marL="2286000" lvl="4" indent="-292100">
              <a:spcBef>
                <a:spcPts val="800"/>
              </a:spcBef>
              <a:spcAft>
                <a:spcPts val="0"/>
              </a:spcAft>
              <a:buSzPts val="1000"/>
              <a:buFont typeface="Sora Light"/>
              <a:buChar char="○"/>
              <a:defRPr sz="1000">
                <a:latin typeface="Sora Light"/>
                <a:ea typeface="Sora Light"/>
                <a:cs typeface="Sora Light"/>
                <a:sym typeface="Sora Light"/>
              </a:defRPr>
            </a:lvl5pPr>
            <a:lvl6pPr marL="2743200" lvl="5" indent="-292100">
              <a:spcBef>
                <a:spcPts val="800"/>
              </a:spcBef>
              <a:spcAft>
                <a:spcPts val="0"/>
              </a:spcAft>
              <a:buSzPts val="1000"/>
              <a:buFont typeface="Sora Light"/>
              <a:buChar char="■"/>
              <a:defRPr sz="1000">
                <a:latin typeface="Sora Light"/>
                <a:ea typeface="Sora Light"/>
                <a:cs typeface="Sora Light"/>
                <a:sym typeface="Sora Light"/>
              </a:defRPr>
            </a:lvl6pPr>
            <a:lvl7pPr marL="3200400" lvl="6" indent="-292100">
              <a:spcBef>
                <a:spcPts val="800"/>
              </a:spcBef>
              <a:spcAft>
                <a:spcPts val="0"/>
              </a:spcAft>
              <a:buSzPts val="1000"/>
              <a:buFont typeface="Sora Light"/>
              <a:buChar char="●"/>
              <a:defRPr sz="1000">
                <a:latin typeface="Sora Light"/>
                <a:ea typeface="Sora Light"/>
                <a:cs typeface="Sora Light"/>
                <a:sym typeface="Sora Light"/>
              </a:defRPr>
            </a:lvl7pPr>
            <a:lvl8pPr marL="3657600" lvl="7" indent="-292100">
              <a:spcBef>
                <a:spcPts val="800"/>
              </a:spcBef>
              <a:spcAft>
                <a:spcPts val="0"/>
              </a:spcAft>
              <a:buSzPts val="1000"/>
              <a:buFont typeface="Sora Light"/>
              <a:buChar char="○"/>
              <a:defRPr sz="1000">
                <a:latin typeface="Sora Light"/>
                <a:ea typeface="Sora Light"/>
                <a:cs typeface="Sora Light"/>
                <a:sym typeface="Sora Light"/>
              </a:defRPr>
            </a:lvl8pPr>
            <a:lvl9pPr marL="4114800" lvl="8" indent="-292100">
              <a:spcBef>
                <a:spcPts val="800"/>
              </a:spcBef>
              <a:spcAft>
                <a:spcPts val="800"/>
              </a:spcAft>
              <a:buSzPts val="1000"/>
              <a:buFont typeface="Sora Light"/>
              <a:buChar char="■"/>
              <a:defRPr sz="1000">
                <a:latin typeface="Sora Light"/>
                <a:ea typeface="Sora Light"/>
                <a:cs typeface="Sora Light"/>
                <a:sym typeface="Sora Light"/>
              </a:defRPr>
            </a:lvl9pPr>
          </a:lstStyle>
          <a:p>
            <a:endParaRPr/>
          </a:p>
        </p:txBody>
      </p:sp>
      <p:sp>
        <p:nvSpPr>
          <p:cNvPr id="658" name="Google Shape;658;p37"/>
          <p:cNvSpPr txBox="1">
            <a:spLocks noGrp="1"/>
          </p:cNvSpPr>
          <p:nvPr>
            <p:ph type="body" idx="3"/>
          </p:nvPr>
        </p:nvSpPr>
        <p:spPr>
          <a:xfrm>
            <a:off x="2276600" y="1743625"/>
            <a:ext cx="2904900" cy="2864700"/>
          </a:xfrm>
          <a:prstGeom prst="rect">
            <a:avLst/>
          </a:prstGeom>
        </p:spPr>
        <p:txBody>
          <a:bodyPr spcFirstLastPara="1" wrap="square" lIns="91425" tIns="91425" rIns="91425" bIns="91425" anchor="t" anchorCtr="0">
            <a:noAutofit/>
          </a:bodyPr>
          <a:lstStyle>
            <a:lvl1pPr marL="457200" lvl="0" indent="-2921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659" name="Google Shape;659;p37"/>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660" name="Google Shape;660;p37"/>
          <p:cNvSpPr txBox="1">
            <a:spLocks noGrp="1"/>
          </p:cNvSpPr>
          <p:nvPr>
            <p:ph type="title" idx="4"/>
          </p:nvPr>
        </p:nvSpPr>
        <p:spPr>
          <a:xfrm>
            <a:off x="115025" y="502775"/>
            <a:ext cx="51255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661" name="Google Shape;661;p37"/>
          <p:cNvSpPr txBox="1">
            <a:spLocks noGrp="1"/>
          </p:cNvSpPr>
          <p:nvPr>
            <p:ph type="title" idx="5"/>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662" name="Google Shape;662;p3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atin typeface="Sora Light"/>
                <a:ea typeface="Sora Light"/>
                <a:cs typeface="Sora Light"/>
                <a:sym typeface="Sora Light"/>
              </a:defRPr>
            </a:lvl1pPr>
            <a:lvl2pPr lvl="1">
              <a:buNone/>
              <a:defRPr>
                <a:latin typeface="Sora Light"/>
                <a:ea typeface="Sora Light"/>
                <a:cs typeface="Sora Light"/>
                <a:sym typeface="Sora Light"/>
              </a:defRPr>
            </a:lvl2pPr>
            <a:lvl3pPr lvl="2">
              <a:buNone/>
              <a:defRPr>
                <a:latin typeface="Sora Light"/>
                <a:ea typeface="Sora Light"/>
                <a:cs typeface="Sora Light"/>
                <a:sym typeface="Sora Light"/>
              </a:defRPr>
            </a:lvl3pPr>
            <a:lvl4pPr lvl="3">
              <a:buNone/>
              <a:defRPr>
                <a:latin typeface="Sora Light"/>
                <a:ea typeface="Sora Light"/>
                <a:cs typeface="Sora Light"/>
                <a:sym typeface="Sora Light"/>
              </a:defRPr>
            </a:lvl4pPr>
            <a:lvl5pPr lvl="4">
              <a:buNone/>
              <a:defRPr>
                <a:latin typeface="Sora Light"/>
                <a:ea typeface="Sora Light"/>
                <a:cs typeface="Sora Light"/>
                <a:sym typeface="Sora Light"/>
              </a:defRPr>
            </a:lvl5pPr>
            <a:lvl6pPr lvl="5">
              <a:buNone/>
              <a:defRPr>
                <a:latin typeface="Sora Light"/>
                <a:ea typeface="Sora Light"/>
                <a:cs typeface="Sora Light"/>
                <a:sym typeface="Sora Light"/>
              </a:defRPr>
            </a:lvl6pPr>
            <a:lvl7pPr lvl="6">
              <a:buNone/>
              <a:defRPr>
                <a:latin typeface="Sora Light"/>
                <a:ea typeface="Sora Light"/>
                <a:cs typeface="Sora Light"/>
                <a:sym typeface="Sora Light"/>
              </a:defRPr>
            </a:lvl7pPr>
            <a:lvl8pPr lvl="7">
              <a:buNone/>
              <a:defRPr>
                <a:latin typeface="Sora Light"/>
                <a:ea typeface="Sora Light"/>
                <a:cs typeface="Sora Light"/>
                <a:sym typeface="Sora Light"/>
              </a:defRPr>
            </a:lvl8pPr>
            <a:lvl9pPr lvl="8">
              <a:buNone/>
              <a:defRPr>
                <a:latin typeface="Sora Light"/>
                <a:ea typeface="Sora Light"/>
                <a:cs typeface="Sora Light"/>
                <a:sym typeface="Sora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big ideas Alt 2">
  <p:cSld name="BLANK_1_1_1_1_1_1_1_1_1_1_1_1_1_1">
    <p:bg>
      <p:bgPr>
        <a:solidFill>
          <a:schemeClr val="lt1"/>
        </a:solidFill>
        <a:effectLst/>
      </p:bgPr>
    </p:bg>
    <p:spTree>
      <p:nvGrpSpPr>
        <p:cNvPr id="1" name="Shape 663"/>
        <p:cNvGrpSpPr/>
        <p:nvPr/>
      </p:nvGrpSpPr>
      <p:grpSpPr>
        <a:xfrm>
          <a:off x="0" y="0"/>
          <a:ext cx="0" cy="0"/>
          <a:chOff x="0" y="0"/>
          <a:chExt cx="0" cy="0"/>
        </a:xfrm>
      </p:grpSpPr>
      <p:grpSp>
        <p:nvGrpSpPr>
          <p:cNvPr id="664" name="Google Shape;664;p38"/>
          <p:cNvGrpSpPr/>
          <p:nvPr/>
        </p:nvGrpSpPr>
        <p:grpSpPr>
          <a:xfrm>
            <a:off x="7704171" y="1036593"/>
            <a:ext cx="1439893" cy="3234395"/>
            <a:chOff x="461225" y="3249175"/>
            <a:chExt cx="1110600" cy="2221578"/>
          </a:xfrm>
        </p:grpSpPr>
        <p:grpSp>
          <p:nvGrpSpPr>
            <p:cNvPr id="665" name="Google Shape;665;p38"/>
            <p:cNvGrpSpPr/>
            <p:nvPr/>
          </p:nvGrpSpPr>
          <p:grpSpPr>
            <a:xfrm>
              <a:off x="831422" y="3249175"/>
              <a:ext cx="740403" cy="2221578"/>
              <a:chOff x="831422" y="3249175"/>
              <a:chExt cx="740403" cy="2221578"/>
            </a:xfrm>
          </p:grpSpPr>
          <p:sp>
            <p:nvSpPr>
              <p:cNvPr id="666" name="Google Shape;666;p38"/>
              <p:cNvSpPr/>
              <p:nvPr/>
            </p:nvSpPr>
            <p:spPr>
              <a:xfrm>
                <a:off x="831422"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67" name="Google Shape;667;p38"/>
              <p:cNvSpPr/>
              <p:nvPr/>
            </p:nvSpPr>
            <p:spPr>
              <a:xfrm>
                <a:off x="1201622" y="510055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68" name="Google Shape;668;p38"/>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nvGrpSpPr>
            <p:cNvPr id="669" name="Google Shape;669;p38"/>
            <p:cNvGrpSpPr/>
            <p:nvPr/>
          </p:nvGrpSpPr>
          <p:grpSpPr>
            <a:xfrm>
              <a:off x="461225" y="3619500"/>
              <a:ext cx="1110600" cy="370200"/>
              <a:chOff x="461225" y="3249175"/>
              <a:chExt cx="1110600" cy="370200"/>
            </a:xfrm>
          </p:grpSpPr>
          <p:sp>
            <p:nvSpPr>
              <p:cNvPr id="670" name="Google Shape;670;p38"/>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1" name="Google Shape;671;p38"/>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2" name="Google Shape;672;p38"/>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nvGrpSpPr>
            <p:cNvPr id="673" name="Google Shape;673;p38"/>
            <p:cNvGrpSpPr/>
            <p:nvPr/>
          </p:nvGrpSpPr>
          <p:grpSpPr>
            <a:xfrm>
              <a:off x="461225" y="3989700"/>
              <a:ext cx="1110600" cy="1110726"/>
              <a:chOff x="461225" y="3249175"/>
              <a:chExt cx="1110600" cy="1110726"/>
            </a:xfrm>
          </p:grpSpPr>
          <p:sp>
            <p:nvSpPr>
              <p:cNvPr id="674" name="Google Shape;674;p38"/>
              <p:cNvSpPr/>
              <p:nvPr/>
            </p:nvSpPr>
            <p:spPr>
              <a:xfrm>
                <a:off x="461225" y="3989701"/>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5" name="Google Shape;675;p38"/>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6" name="Google Shape;676;p38"/>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nvGrpSpPr>
            <p:cNvPr id="677" name="Google Shape;677;p38"/>
            <p:cNvGrpSpPr/>
            <p:nvPr/>
          </p:nvGrpSpPr>
          <p:grpSpPr>
            <a:xfrm>
              <a:off x="831422" y="4360025"/>
              <a:ext cx="370203" cy="740520"/>
              <a:chOff x="831422" y="3249175"/>
              <a:chExt cx="370203" cy="740520"/>
            </a:xfrm>
          </p:grpSpPr>
          <p:sp>
            <p:nvSpPr>
              <p:cNvPr id="678" name="Google Shape;678;p38"/>
              <p:cNvSpPr/>
              <p:nvPr/>
            </p:nvSpPr>
            <p:spPr>
              <a:xfrm>
                <a:off x="831422" y="361949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79" name="Google Shape;679;p38"/>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sp>
        <p:nvSpPr>
          <p:cNvPr id="680" name="Google Shape;680;p38"/>
          <p:cNvSpPr/>
          <p:nvPr/>
        </p:nvSpPr>
        <p:spPr>
          <a:xfrm>
            <a:off x="7394250" y="-8100"/>
            <a:ext cx="1759750" cy="2691775"/>
          </a:xfrm>
          <a:custGeom>
            <a:avLst/>
            <a:gdLst/>
            <a:ahLst/>
            <a:cxnLst/>
            <a:rect l="l" t="t" r="r" b="b"/>
            <a:pathLst>
              <a:path w="70390" h="107671" extrusionOk="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81" name="Google Shape;681;p38"/>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682" name="Google Shape;682;p38"/>
          <p:cNvSpPr txBox="1">
            <a:spLocks noGrp="1"/>
          </p:cNvSpPr>
          <p:nvPr>
            <p:ph type="title" idx="2"/>
          </p:nvPr>
        </p:nvSpPr>
        <p:spPr>
          <a:xfrm>
            <a:off x="115025" y="502775"/>
            <a:ext cx="6055500" cy="8409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a:endParaRPr/>
          </a:p>
        </p:txBody>
      </p:sp>
      <p:sp>
        <p:nvSpPr>
          <p:cNvPr id="683" name="Google Shape;683;p38"/>
          <p:cNvSpPr txBox="1">
            <a:spLocks noGrp="1"/>
          </p:cNvSpPr>
          <p:nvPr>
            <p:ph type="title" idx="3"/>
          </p:nvPr>
        </p:nvSpPr>
        <p:spPr>
          <a:xfrm>
            <a:off x="115025" y="1904100"/>
            <a:ext cx="1834500" cy="520200"/>
          </a:xfrm>
          <a:prstGeom prst="rect">
            <a:avLst/>
          </a:prstGeom>
        </p:spPr>
        <p:txBody>
          <a:bodyPr spcFirstLastPara="1" wrap="square" lIns="91425" tIns="0" rIns="91425" bIns="91425" anchor="t" anchorCtr="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a:endParaRPr/>
          </a:p>
        </p:txBody>
      </p:sp>
      <p:sp>
        <p:nvSpPr>
          <p:cNvPr id="684" name="Google Shape;684;p38"/>
          <p:cNvSpPr txBox="1">
            <a:spLocks noGrp="1"/>
          </p:cNvSpPr>
          <p:nvPr>
            <p:ph type="title" idx="4"/>
          </p:nvPr>
        </p:nvSpPr>
        <p:spPr>
          <a:xfrm>
            <a:off x="2634200" y="1904100"/>
            <a:ext cx="1834500" cy="520200"/>
          </a:xfrm>
          <a:prstGeom prst="rect">
            <a:avLst/>
          </a:prstGeom>
        </p:spPr>
        <p:txBody>
          <a:bodyPr spcFirstLastPara="1" wrap="square" lIns="91425" tIns="0" rIns="91425" bIns="91425" anchor="t" anchorCtr="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a:endParaRPr/>
          </a:p>
        </p:txBody>
      </p:sp>
      <p:sp>
        <p:nvSpPr>
          <p:cNvPr id="685" name="Google Shape;685;p38"/>
          <p:cNvSpPr txBox="1">
            <a:spLocks noGrp="1"/>
          </p:cNvSpPr>
          <p:nvPr>
            <p:ph type="title" idx="5"/>
          </p:nvPr>
        </p:nvSpPr>
        <p:spPr>
          <a:xfrm>
            <a:off x="5169188" y="1904100"/>
            <a:ext cx="1834500" cy="520200"/>
          </a:xfrm>
          <a:prstGeom prst="rect">
            <a:avLst/>
          </a:prstGeom>
        </p:spPr>
        <p:txBody>
          <a:bodyPr spcFirstLastPara="1" wrap="square" lIns="91425" tIns="0" rIns="91425" bIns="91425" anchor="t"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686" name="Google Shape;686;p38"/>
          <p:cNvSpPr txBox="1">
            <a:spLocks noGrp="1"/>
          </p:cNvSpPr>
          <p:nvPr>
            <p:ph type="body" idx="1"/>
          </p:nvPr>
        </p:nvSpPr>
        <p:spPr>
          <a:xfrm>
            <a:off x="115025" y="24874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87" name="Google Shape;687;p38"/>
          <p:cNvSpPr txBox="1">
            <a:spLocks noGrp="1"/>
          </p:cNvSpPr>
          <p:nvPr>
            <p:ph type="body" idx="6"/>
          </p:nvPr>
        </p:nvSpPr>
        <p:spPr>
          <a:xfrm>
            <a:off x="115025" y="33951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88" name="Google Shape;688;p38"/>
          <p:cNvSpPr txBox="1">
            <a:spLocks noGrp="1"/>
          </p:cNvSpPr>
          <p:nvPr>
            <p:ph type="body" idx="7"/>
          </p:nvPr>
        </p:nvSpPr>
        <p:spPr>
          <a:xfrm>
            <a:off x="2634200" y="24874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89" name="Google Shape;689;p38"/>
          <p:cNvSpPr txBox="1">
            <a:spLocks noGrp="1"/>
          </p:cNvSpPr>
          <p:nvPr>
            <p:ph type="body" idx="8"/>
          </p:nvPr>
        </p:nvSpPr>
        <p:spPr>
          <a:xfrm>
            <a:off x="2634200" y="33951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90" name="Google Shape;690;p38"/>
          <p:cNvSpPr txBox="1">
            <a:spLocks noGrp="1"/>
          </p:cNvSpPr>
          <p:nvPr>
            <p:ph type="body" idx="9"/>
          </p:nvPr>
        </p:nvSpPr>
        <p:spPr>
          <a:xfrm>
            <a:off x="5169188" y="24874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91" name="Google Shape;691;p38"/>
          <p:cNvSpPr txBox="1">
            <a:spLocks noGrp="1"/>
          </p:cNvSpPr>
          <p:nvPr>
            <p:ph type="body" idx="13"/>
          </p:nvPr>
        </p:nvSpPr>
        <p:spPr>
          <a:xfrm>
            <a:off x="5169188" y="33951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92" name="Google Shape;692;p38"/>
          <p:cNvSpPr txBox="1">
            <a:spLocks noGrp="1"/>
          </p:cNvSpPr>
          <p:nvPr>
            <p:ph type="title" idx="14"/>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693" name="Google Shape;693;p3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2"/>
                </a:solidFill>
                <a:latin typeface="Sora ExtraLight"/>
                <a:ea typeface="Sora ExtraLight"/>
                <a:cs typeface="Sora ExtraLight"/>
                <a:sym typeface="Sora ExtraLight"/>
              </a:defRPr>
            </a:lvl1pPr>
            <a:lvl2pPr lvl="1">
              <a:buNone/>
              <a:defRPr>
                <a:solidFill>
                  <a:schemeClr val="dk2"/>
                </a:solidFill>
                <a:latin typeface="Sora ExtraLight"/>
                <a:ea typeface="Sora ExtraLight"/>
                <a:cs typeface="Sora ExtraLight"/>
                <a:sym typeface="Sora ExtraLight"/>
              </a:defRPr>
            </a:lvl2pPr>
            <a:lvl3pPr lvl="2">
              <a:buNone/>
              <a:defRPr>
                <a:solidFill>
                  <a:schemeClr val="dk2"/>
                </a:solidFill>
                <a:latin typeface="Sora ExtraLight"/>
                <a:ea typeface="Sora ExtraLight"/>
                <a:cs typeface="Sora ExtraLight"/>
                <a:sym typeface="Sora ExtraLight"/>
              </a:defRPr>
            </a:lvl3pPr>
            <a:lvl4pPr lvl="3">
              <a:buNone/>
              <a:defRPr>
                <a:solidFill>
                  <a:schemeClr val="dk2"/>
                </a:solidFill>
                <a:latin typeface="Sora ExtraLight"/>
                <a:ea typeface="Sora ExtraLight"/>
                <a:cs typeface="Sora ExtraLight"/>
                <a:sym typeface="Sora ExtraLight"/>
              </a:defRPr>
            </a:lvl4pPr>
            <a:lvl5pPr lvl="4">
              <a:buNone/>
              <a:defRPr>
                <a:solidFill>
                  <a:schemeClr val="dk2"/>
                </a:solidFill>
                <a:latin typeface="Sora ExtraLight"/>
                <a:ea typeface="Sora ExtraLight"/>
                <a:cs typeface="Sora ExtraLight"/>
                <a:sym typeface="Sora ExtraLight"/>
              </a:defRPr>
            </a:lvl5pPr>
            <a:lvl6pPr lvl="5">
              <a:buNone/>
              <a:defRPr>
                <a:solidFill>
                  <a:schemeClr val="dk2"/>
                </a:solidFill>
                <a:latin typeface="Sora ExtraLight"/>
                <a:ea typeface="Sora ExtraLight"/>
                <a:cs typeface="Sora ExtraLight"/>
                <a:sym typeface="Sora ExtraLight"/>
              </a:defRPr>
            </a:lvl6pPr>
            <a:lvl7pPr lvl="6">
              <a:buNone/>
              <a:defRPr>
                <a:solidFill>
                  <a:schemeClr val="dk2"/>
                </a:solidFill>
                <a:latin typeface="Sora ExtraLight"/>
                <a:ea typeface="Sora ExtraLight"/>
                <a:cs typeface="Sora ExtraLight"/>
                <a:sym typeface="Sora ExtraLight"/>
              </a:defRPr>
            </a:lvl7pPr>
            <a:lvl8pPr lvl="7">
              <a:buNone/>
              <a:defRPr>
                <a:solidFill>
                  <a:schemeClr val="dk2"/>
                </a:solidFill>
                <a:latin typeface="Sora ExtraLight"/>
                <a:ea typeface="Sora ExtraLight"/>
                <a:cs typeface="Sora ExtraLight"/>
                <a:sym typeface="Sora ExtraLight"/>
              </a:defRPr>
            </a:lvl8pPr>
            <a:lvl9pPr lvl="8">
              <a:buNone/>
              <a:defRPr>
                <a:solidFill>
                  <a:schemeClr val="dk2"/>
                </a:solidFill>
                <a:latin typeface="Sora ExtraLight"/>
                <a:ea typeface="Sora ExtraLight"/>
                <a:cs typeface="Sora ExtraLight"/>
                <a:sym typeface="Sora Extra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our big ideas Alt 1">
  <p:cSld name="BLANK_1_1_1_1_1_1_1_1_1_1_1_1_1_1_1">
    <p:bg>
      <p:bgPr>
        <a:solidFill>
          <a:schemeClr val="lt1"/>
        </a:solidFill>
        <a:effectLst/>
      </p:bgPr>
    </p:bg>
    <p:spTree>
      <p:nvGrpSpPr>
        <p:cNvPr id="1" name="Shape 694"/>
        <p:cNvGrpSpPr/>
        <p:nvPr/>
      </p:nvGrpSpPr>
      <p:grpSpPr>
        <a:xfrm>
          <a:off x="0" y="0"/>
          <a:ext cx="0" cy="0"/>
          <a:chOff x="0" y="0"/>
          <a:chExt cx="0" cy="0"/>
        </a:xfrm>
      </p:grpSpPr>
      <p:grpSp>
        <p:nvGrpSpPr>
          <p:cNvPr id="695" name="Google Shape;695;p39"/>
          <p:cNvGrpSpPr/>
          <p:nvPr/>
        </p:nvGrpSpPr>
        <p:grpSpPr>
          <a:xfrm>
            <a:off x="0" y="506850"/>
            <a:ext cx="930250" cy="2593175"/>
            <a:chOff x="0" y="506850"/>
            <a:chExt cx="930250" cy="2593175"/>
          </a:xfrm>
        </p:grpSpPr>
        <p:grpSp>
          <p:nvGrpSpPr>
            <p:cNvPr id="696" name="Google Shape;696;p39"/>
            <p:cNvGrpSpPr/>
            <p:nvPr/>
          </p:nvGrpSpPr>
          <p:grpSpPr>
            <a:xfrm>
              <a:off x="0" y="877050"/>
              <a:ext cx="930250" cy="2222975"/>
              <a:chOff x="1233650" y="2421900"/>
              <a:chExt cx="930250" cy="2222975"/>
            </a:xfrm>
          </p:grpSpPr>
          <p:grpSp>
            <p:nvGrpSpPr>
              <p:cNvPr id="697" name="Google Shape;697;p39"/>
              <p:cNvGrpSpPr/>
              <p:nvPr/>
            </p:nvGrpSpPr>
            <p:grpSpPr>
              <a:xfrm>
                <a:off x="1233650" y="2793625"/>
                <a:ext cx="560050" cy="1851250"/>
                <a:chOff x="1381975" y="3249175"/>
                <a:chExt cx="560050" cy="1851250"/>
              </a:xfrm>
            </p:grpSpPr>
            <p:sp>
              <p:nvSpPr>
                <p:cNvPr id="698" name="Google Shape;698;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99" name="Google Shape;699;p39"/>
                <p:cNvSpPr/>
                <p:nvPr/>
              </p:nvSpPr>
              <p:spPr>
                <a:xfrm>
                  <a:off x="1381975" y="36195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700" name="Google Shape;700;p39"/>
                <p:cNvGrpSpPr/>
                <p:nvPr/>
              </p:nvGrpSpPr>
              <p:grpSpPr>
                <a:xfrm>
                  <a:off x="1381975" y="3989700"/>
                  <a:ext cx="560050" cy="1110725"/>
                  <a:chOff x="1381975" y="3249175"/>
                  <a:chExt cx="560050" cy="1110725"/>
                </a:xfrm>
              </p:grpSpPr>
              <p:sp>
                <p:nvSpPr>
                  <p:cNvPr id="701" name="Google Shape;701;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2" name="Google Shape;702;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3" name="Google Shape;703;p39"/>
                  <p:cNvSpPr/>
                  <p:nvPr/>
                </p:nvSpPr>
                <p:spPr>
                  <a:xfrm>
                    <a:off x="1381975" y="39897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04" name="Google Shape;704;p39"/>
                <p:cNvGrpSpPr/>
                <p:nvPr/>
              </p:nvGrpSpPr>
              <p:grpSpPr>
                <a:xfrm>
                  <a:off x="1381975" y="4360025"/>
                  <a:ext cx="560050" cy="370200"/>
                  <a:chOff x="1381975" y="3249175"/>
                  <a:chExt cx="560050" cy="370200"/>
                </a:xfrm>
              </p:grpSpPr>
              <p:sp>
                <p:nvSpPr>
                  <p:cNvPr id="705" name="Google Shape;705;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6" name="Google Shape;706;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707" name="Google Shape;707;p39"/>
              <p:cNvSpPr/>
              <p:nvPr/>
            </p:nvSpPr>
            <p:spPr>
              <a:xfrm>
                <a:off x="1793700" y="24219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08" name="Google Shape;708;p39"/>
            <p:cNvSpPr/>
            <p:nvPr/>
          </p:nvSpPr>
          <p:spPr>
            <a:xfrm>
              <a:off x="183800" y="50685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09" name="Google Shape;709;p39"/>
          <p:cNvSpPr txBox="1">
            <a:spLocks noGrp="1"/>
          </p:cNvSpPr>
          <p:nvPr>
            <p:ph type="title"/>
          </p:nvPr>
        </p:nvSpPr>
        <p:spPr>
          <a:xfrm>
            <a:off x="38100" y="319650"/>
            <a:ext cx="1823100" cy="520200"/>
          </a:xfrm>
          <a:prstGeom prst="rect">
            <a:avLst/>
          </a:prstGeom>
        </p:spPr>
        <p:txBody>
          <a:bodyPr spcFirstLastPara="1" wrap="square" lIns="182875" tIns="91425" rIns="91425" bIns="91425" anchor="t" anchorCtr="0">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710" name="Google Shape;710;p39"/>
          <p:cNvSpPr txBox="1">
            <a:spLocks noGrp="1"/>
          </p:cNvSpPr>
          <p:nvPr>
            <p:ph type="subTitle" idx="1"/>
          </p:nvPr>
        </p:nvSpPr>
        <p:spPr>
          <a:xfrm>
            <a:off x="2176499" y="319800"/>
            <a:ext cx="3904200" cy="520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a:endParaRPr/>
          </a:p>
        </p:txBody>
      </p:sp>
      <p:sp>
        <p:nvSpPr>
          <p:cNvPr id="711" name="Google Shape;711;p39"/>
          <p:cNvSpPr txBox="1">
            <a:spLocks noGrp="1"/>
          </p:cNvSpPr>
          <p:nvPr>
            <p:ph type="subTitle" idx="2"/>
          </p:nvPr>
        </p:nvSpPr>
        <p:spPr>
          <a:xfrm>
            <a:off x="2942250"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712" name="Google Shape;712;p39"/>
          <p:cNvSpPr txBox="1">
            <a:spLocks noGrp="1"/>
          </p:cNvSpPr>
          <p:nvPr>
            <p:ph type="subTitle" idx="3"/>
          </p:nvPr>
        </p:nvSpPr>
        <p:spPr>
          <a:xfrm>
            <a:off x="1078950"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713" name="Google Shape;713;p39"/>
          <p:cNvSpPr txBox="1">
            <a:spLocks noGrp="1"/>
          </p:cNvSpPr>
          <p:nvPr>
            <p:ph type="subTitle" idx="4"/>
          </p:nvPr>
        </p:nvSpPr>
        <p:spPr>
          <a:xfrm>
            <a:off x="4798644"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714" name="Google Shape;714;p39"/>
          <p:cNvSpPr txBox="1">
            <a:spLocks noGrp="1"/>
          </p:cNvSpPr>
          <p:nvPr>
            <p:ph type="subTitle" idx="5"/>
          </p:nvPr>
        </p:nvSpPr>
        <p:spPr>
          <a:xfrm>
            <a:off x="2942257"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715" name="Google Shape;715;p39"/>
          <p:cNvSpPr txBox="1">
            <a:spLocks noGrp="1"/>
          </p:cNvSpPr>
          <p:nvPr>
            <p:ph type="subTitle" idx="6"/>
          </p:nvPr>
        </p:nvSpPr>
        <p:spPr>
          <a:xfrm>
            <a:off x="6671581"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716" name="Google Shape;716;p39"/>
          <p:cNvSpPr txBox="1">
            <a:spLocks noGrp="1"/>
          </p:cNvSpPr>
          <p:nvPr>
            <p:ph type="subTitle" idx="7"/>
          </p:nvPr>
        </p:nvSpPr>
        <p:spPr>
          <a:xfrm>
            <a:off x="4798647"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grpSp>
        <p:nvGrpSpPr>
          <p:cNvPr id="717" name="Google Shape;717;p39"/>
          <p:cNvGrpSpPr/>
          <p:nvPr/>
        </p:nvGrpSpPr>
        <p:grpSpPr>
          <a:xfrm rot="5400000">
            <a:off x="7381575" y="-838700"/>
            <a:ext cx="930250" cy="2591775"/>
            <a:chOff x="0" y="508250"/>
            <a:chExt cx="930250" cy="2591775"/>
          </a:xfrm>
        </p:grpSpPr>
        <p:grpSp>
          <p:nvGrpSpPr>
            <p:cNvPr id="718" name="Google Shape;718;p39"/>
            <p:cNvGrpSpPr/>
            <p:nvPr/>
          </p:nvGrpSpPr>
          <p:grpSpPr>
            <a:xfrm>
              <a:off x="0" y="877050"/>
              <a:ext cx="930250" cy="2222975"/>
              <a:chOff x="1233650" y="2421900"/>
              <a:chExt cx="930250" cy="2222975"/>
            </a:xfrm>
          </p:grpSpPr>
          <p:grpSp>
            <p:nvGrpSpPr>
              <p:cNvPr id="719" name="Google Shape;719;p39"/>
              <p:cNvGrpSpPr/>
              <p:nvPr/>
            </p:nvGrpSpPr>
            <p:grpSpPr>
              <a:xfrm>
                <a:off x="1233650" y="2793625"/>
                <a:ext cx="930250" cy="1851250"/>
                <a:chOff x="1381975" y="3249175"/>
                <a:chExt cx="930250" cy="1851250"/>
              </a:xfrm>
            </p:grpSpPr>
            <p:grpSp>
              <p:nvGrpSpPr>
                <p:cNvPr id="720" name="Google Shape;720;p39"/>
                <p:cNvGrpSpPr/>
                <p:nvPr/>
              </p:nvGrpSpPr>
              <p:grpSpPr>
                <a:xfrm>
                  <a:off x="1571825" y="3249175"/>
                  <a:ext cx="740400" cy="370200"/>
                  <a:chOff x="1571825" y="3249175"/>
                  <a:chExt cx="740400" cy="370200"/>
                </a:xfrm>
              </p:grpSpPr>
              <p:sp>
                <p:nvSpPr>
                  <p:cNvPr id="721" name="Google Shape;721;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2" name="Google Shape;722;p39"/>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23" name="Google Shape;723;p39"/>
                <p:cNvSpPr/>
                <p:nvPr/>
              </p:nvSpPr>
              <p:spPr>
                <a:xfrm>
                  <a:off x="1381975" y="36195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724" name="Google Shape;724;p39"/>
                <p:cNvGrpSpPr/>
                <p:nvPr/>
              </p:nvGrpSpPr>
              <p:grpSpPr>
                <a:xfrm>
                  <a:off x="1381975" y="3989700"/>
                  <a:ext cx="560050" cy="1110725"/>
                  <a:chOff x="1381975" y="3249175"/>
                  <a:chExt cx="560050" cy="1110725"/>
                </a:xfrm>
              </p:grpSpPr>
              <p:sp>
                <p:nvSpPr>
                  <p:cNvPr id="725" name="Google Shape;725;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6" name="Google Shape;726;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7" name="Google Shape;727;p39"/>
                  <p:cNvSpPr/>
                  <p:nvPr/>
                </p:nvSpPr>
                <p:spPr>
                  <a:xfrm>
                    <a:off x="1381975" y="39897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28" name="Google Shape;728;p39"/>
                <p:cNvGrpSpPr/>
                <p:nvPr/>
              </p:nvGrpSpPr>
              <p:grpSpPr>
                <a:xfrm>
                  <a:off x="1381975" y="4360025"/>
                  <a:ext cx="560050" cy="370200"/>
                  <a:chOff x="1381975" y="3249175"/>
                  <a:chExt cx="560050" cy="370200"/>
                </a:xfrm>
              </p:grpSpPr>
              <p:sp>
                <p:nvSpPr>
                  <p:cNvPr id="729" name="Google Shape;729;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0" name="Google Shape;730;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731" name="Google Shape;731;p39"/>
              <p:cNvSpPr/>
              <p:nvPr/>
            </p:nvSpPr>
            <p:spPr>
              <a:xfrm>
                <a:off x="1793700" y="24219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32" name="Google Shape;732;p39"/>
            <p:cNvSpPr/>
            <p:nvPr/>
          </p:nvSpPr>
          <p:spPr>
            <a:xfrm>
              <a:off x="189850" y="50825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33" name="Google Shape;733;p39"/>
          <p:cNvSpPr txBox="1">
            <a:spLocks noGrp="1"/>
          </p:cNvSpPr>
          <p:nvPr>
            <p:ph type="subTitle" idx="8"/>
          </p:nvPr>
        </p:nvSpPr>
        <p:spPr>
          <a:xfrm>
            <a:off x="6671579"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734" name="Google Shape;734;p39"/>
          <p:cNvSpPr txBox="1">
            <a:spLocks noGrp="1"/>
          </p:cNvSpPr>
          <p:nvPr>
            <p:ph type="title" idx="9"/>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cxnSp>
        <p:nvCxnSpPr>
          <p:cNvPr id="735" name="Google Shape;735;p39"/>
          <p:cNvCxnSpPr/>
          <p:nvPr/>
        </p:nvCxnSpPr>
        <p:spPr>
          <a:xfrm>
            <a:off x="1865850" y="392700"/>
            <a:ext cx="0" cy="390300"/>
          </a:xfrm>
          <a:prstGeom prst="straightConnector1">
            <a:avLst/>
          </a:prstGeom>
          <a:noFill/>
          <a:ln w="19050" cap="flat" cmpd="sng">
            <a:solidFill>
              <a:schemeClr val="accent3"/>
            </a:solidFill>
            <a:prstDash val="solid"/>
            <a:round/>
            <a:headEnd type="none" w="med" len="med"/>
            <a:tailEnd type="none" w="med" len="med"/>
          </a:ln>
        </p:spPr>
      </p:cxnSp>
      <p:sp>
        <p:nvSpPr>
          <p:cNvPr id="736" name="Google Shape;736;p39"/>
          <p:cNvSpPr/>
          <p:nvPr/>
        </p:nvSpPr>
        <p:spPr>
          <a:xfrm rot="5400000">
            <a:off x="8773788" y="92231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7" name="Google Shape;737;p39"/>
          <p:cNvSpPr/>
          <p:nvPr/>
        </p:nvSpPr>
        <p:spPr>
          <a:xfrm rot="5400000">
            <a:off x="8773788" y="129251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8" name="Google Shape;738;p39"/>
          <p:cNvSpPr txBox="1">
            <a:spLocks noGrp="1"/>
          </p:cNvSpPr>
          <p:nvPr>
            <p:ph type="subTitle" idx="13"/>
          </p:nvPr>
        </p:nvSpPr>
        <p:spPr>
          <a:xfrm>
            <a:off x="1078938"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739" name="Google Shape;739;p39"/>
          <p:cNvSpPr txBox="1">
            <a:spLocks noGrp="1"/>
          </p:cNvSpPr>
          <p:nvPr>
            <p:ph type="title" idx="14"/>
          </p:nvPr>
        </p:nvSpPr>
        <p:spPr>
          <a:xfrm>
            <a:off x="3484500" y="1377875"/>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a:endParaRPr/>
          </a:p>
        </p:txBody>
      </p:sp>
      <p:sp>
        <p:nvSpPr>
          <p:cNvPr id="740" name="Google Shape;740;p39"/>
          <p:cNvSpPr txBox="1">
            <a:spLocks noGrp="1"/>
          </p:cNvSpPr>
          <p:nvPr>
            <p:ph type="title" idx="15"/>
          </p:nvPr>
        </p:nvSpPr>
        <p:spPr>
          <a:xfrm>
            <a:off x="7204200" y="1411200"/>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800"/>
              <a:buFont typeface="IBM Plex Sans"/>
              <a:buNone/>
              <a:defRPr sz="1800" b="1"/>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a:endParaRPr/>
          </a:p>
        </p:txBody>
      </p:sp>
      <p:sp>
        <p:nvSpPr>
          <p:cNvPr id="741" name="Google Shape;741;p39"/>
          <p:cNvSpPr txBox="1">
            <a:spLocks noGrp="1"/>
          </p:cNvSpPr>
          <p:nvPr>
            <p:ph type="title" idx="16"/>
          </p:nvPr>
        </p:nvSpPr>
        <p:spPr>
          <a:xfrm>
            <a:off x="5344350" y="1411200"/>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a:endParaRPr/>
          </a:p>
        </p:txBody>
      </p:sp>
      <p:sp>
        <p:nvSpPr>
          <p:cNvPr id="742" name="Google Shape;742;p39"/>
          <p:cNvSpPr txBox="1">
            <a:spLocks noGrp="1"/>
          </p:cNvSpPr>
          <p:nvPr>
            <p:ph type="title" idx="17"/>
          </p:nvPr>
        </p:nvSpPr>
        <p:spPr>
          <a:xfrm>
            <a:off x="1624650" y="1377875"/>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a:endParaRPr/>
          </a:p>
        </p:txBody>
      </p:sp>
      <p:sp>
        <p:nvSpPr>
          <p:cNvPr id="743" name="Google Shape;743;p39"/>
          <p:cNvSpPr txBox="1">
            <a:spLocks noGrp="1"/>
          </p:cNvSpPr>
          <p:nvPr>
            <p:ph type="title" idx="18"/>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744" name="Google Shape;744;p3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1_1_1_2">
    <p:bg>
      <p:bgPr>
        <a:solidFill>
          <a:schemeClr val="lt1"/>
        </a:solidFill>
        <a:effectLst/>
      </p:bgPr>
    </p:bg>
    <p:spTree>
      <p:nvGrpSpPr>
        <p:cNvPr id="1" name="Shape 745"/>
        <p:cNvGrpSpPr/>
        <p:nvPr/>
      </p:nvGrpSpPr>
      <p:grpSpPr>
        <a:xfrm>
          <a:off x="0" y="0"/>
          <a:ext cx="0" cy="0"/>
          <a:chOff x="0" y="0"/>
          <a:chExt cx="0" cy="0"/>
        </a:xfrm>
      </p:grpSpPr>
      <p:sp>
        <p:nvSpPr>
          <p:cNvPr id="746" name="Google Shape;746;p40"/>
          <p:cNvSpPr txBox="1">
            <a:spLocks noGrp="1"/>
          </p:cNvSpPr>
          <p:nvPr>
            <p:ph type="body" idx="1"/>
          </p:nvPr>
        </p:nvSpPr>
        <p:spPr>
          <a:xfrm>
            <a:off x="1867950" y="203530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47" name="Google Shape;747;p40"/>
          <p:cNvSpPr txBox="1">
            <a:spLocks noGrp="1"/>
          </p:cNvSpPr>
          <p:nvPr>
            <p:ph type="body" idx="2"/>
          </p:nvPr>
        </p:nvSpPr>
        <p:spPr>
          <a:xfrm>
            <a:off x="1867950" y="340515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48" name="Google Shape;748;p40"/>
          <p:cNvSpPr txBox="1">
            <a:spLocks noGrp="1"/>
          </p:cNvSpPr>
          <p:nvPr>
            <p:ph type="body" idx="3"/>
          </p:nvPr>
        </p:nvSpPr>
        <p:spPr>
          <a:xfrm>
            <a:off x="5297575" y="203530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49" name="Google Shape;749;p40"/>
          <p:cNvSpPr txBox="1">
            <a:spLocks noGrp="1"/>
          </p:cNvSpPr>
          <p:nvPr>
            <p:ph type="body" idx="4"/>
          </p:nvPr>
        </p:nvSpPr>
        <p:spPr>
          <a:xfrm>
            <a:off x="5297575" y="340515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grpSp>
        <p:nvGrpSpPr>
          <p:cNvPr id="750" name="Google Shape;750;p40"/>
          <p:cNvGrpSpPr/>
          <p:nvPr/>
        </p:nvGrpSpPr>
        <p:grpSpPr>
          <a:xfrm>
            <a:off x="7073603" y="0"/>
            <a:ext cx="2070408" cy="1617374"/>
            <a:chOff x="6787102" y="-57263"/>
            <a:chExt cx="2403260" cy="1877393"/>
          </a:xfrm>
        </p:grpSpPr>
        <p:grpSp>
          <p:nvGrpSpPr>
            <p:cNvPr id="751" name="Google Shape;751;p40"/>
            <p:cNvGrpSpPr/>
            <p:nvPr/>
          </p:nvGrpSpPr>
          <p:grpSpPr>
            <a:xfrm rot="10800000">
              <a:off x="8286413" y="1320355"/>
              <a:ext cx="903863" cy="499775"/>
              <a:chOff x="532097" y="3249175"/>
              <a:chExt cx="669528" cy="370204"/>
            </a:xfrm>
          </p:grpSpPr>
          <p:sp>
            <p:nvSpPr>
              <p:cNvPr id="752" name="Google Shape;752;p40"/>
              <p:cNvSpPr/>
              <p:nvPr/>
            </p:nvSpPr>
            <p:spPr>
              <a:xfrm>
                <a:off x="532097" y="3249179"/>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53" name="Google Shape;753;p4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54" name="Google Shape;754;p40"/>
            <p:cNvGrpSpPr/>
            <p:nvPr/>
          </p:nvGrpSpPr>
          <p:grpSpPr>
            <a:xfrm rot="10800000">
              <a:off x="6787103" y="820419"/>
              <a:ext cx="2402289" cy="499772"/>
              <a:chOff x="532752" y="3249175"/>
              <a:chExt cx="1779473" cy="370202"/>
            </a:xfrm>
          </p:grpSpPr>
          <p:sp>
            <p:nvSpPr>
              <p:cNvPr id="755" name="Google Shape;755;p40"/>
              <p:cNvSpPr/>
              <p:nvPr/>
            </p:nvSpPr>
            <p:spPr>
              <a:xfrm>
                <a:off x="532752" y="3249177"/>
                <a:ext cx="2988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56" name="Google Shape;756;p4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57" name="Google Shape;757;p4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58" name="Google Shape;758;p40"/>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59" name="Google Shape;759;p40"/>
            <p:cNvGrpSpPr/>
            <p:nvPr/>
          </p:nvGrpSpPr>
          <p:grpSpPr>
            <a:xfrm rot="10800000">
              <a:off x="7286873" y="320651"/>
              <a:ext cx="1499310" cy="499770"/>
              <a:chOff x="831425" y="3249175"/>
              <a:chExt cx="1110600" cy="370200"/>
            </a:xfrm>
          </p:grpSpPr>
          <p:sp>
            <p:nvSpPr>
              <p:cNvPr id="760" name="Google Shape;760;p4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1" name="Google Shape;761;p4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2" name="Google Shape;762;p4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63" name="Google Shape;763;p40"/>
            <p:cNvGrpSpPr/>
            <p:nvPr/>
          </p:nvGrpSpPr>
          <p:grpSpPr>
            <a:xfrm rot="10800000">
              <a:off x="6787102" y="-57263"/>
              <a:ext cx="2403260" cy="377865"/>
              <a:chOff x="532032" y="3249173"/>
              <a:chExt cx="1780193" cy="370202"/>
            </a:xfrm>
          </p:grpSpPr>
          <p:sp>
            <p:nvSpPr>
              <p:cNvPr id="764" name="Google Shape;764;p40"/>
              <p:cNvSpPr/>
              <p:nvPr/>
            </p:nvSpPr>
            <p:spPr>
              <a:xfrm>
                <a:off x="532032" y="3249173"/>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5" name="Google Shape;765;p40"/>
              <p:cNvSpPr/>
              <p:nvPr/>
            </p:nvSpPr>
            <p:spPr>
              <a:xfrm>
                <a:off x="831430" y="324917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6" name="Google Shape;766;p4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7" name="Google Shape;767;p4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8" name="Google Shape;768;p40"/>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769" name="Google Shape;769;p40"/>
          <p:cNvSpPr/>
          <p:nvPr/>
        </p:nvSpPr>
        <p:spPr>
          <a:xfrm rot="10800000" flipH="1">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0" name="Google Shape;770;p40"/>
          <p:cNvSpPr/>
          <p:nvPr/>
        </p:nvSpPr>
        <p:spPr>
          <a:xfrm rot="10800000" flipH="1">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1" name="Google Shape;771;p40"/>
          <p:cNvSpPr/>
          <p:nvPr/>
        </p:nvSpPr>
        <p:spPr>
          <a:xfrm rot="10800000" flipH="1">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2" name="Google Shape;772;p40"/>
          <p:cNvSpPr/>
          <p:nvPr/>
        </p:nvSpPr>
        <p:spPr>
          <a:xfrm rot="10800000" flipH="1">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3" name="Google Shape;773;p40"/>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774" name="Google Shape;774;p40"/>
          <p:cNvSpPr txBox="1">
            <a:spLocks noGrp="1"/>
          </p:cNvSpPr>
          <p:nvPr>
            <p:ph type="title" idx="5"/>
          </p:nvPr>
        </p:nvSpPr>
        <p:spPr>
          <a:xfrm>
            <a:off x="38100" y="319650"/>
            <a:ext cx="1823100" cy="520200"/>
          </a:xfrm>
          <a:prstGeom prst="rect">
            <a:avLst/>
          </a:prstGeom>
        </p:spPr>
        <p:txBody>
          <a:bodyPr spcFirstLastPara="1" wrap="square" lIns="182875" tIns="91425" rIns="91425" bIns="91425" anchor="t" anchorCtr="0">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775" name="Google Shape;775;p40"/>
          <p:cNvSpPr txBox="1">
            <a:spLocks noGrp="1"/>
          </p:cNvSpPr>
          <p:nvPr>
            <p:ph type="subTitle" idx="6"/>
          </p:nvPr>
        </p:nvSpPr>
        <p:spPr>
          <a:xfrm>
            <a:off x="2176499" y="319800"/>
            <a:ext cx="3904200" cy="520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a:endParaRPr/>
          </a:p>
        </p:txBody>
      </p:sp>
      <p:sp>
        <p:nvSpPr>
          <p:cNvPr id="776" name="Google Shape;776;p40"/>
          <p:cNvSpPr txBox="1">
            <a:spLocks noGrp="1"/>
          </p:cNvSpPr>
          <p:nvPr>
            <p:ph type="subTitle" idx="7"/>
          </p:nvPr>
        </p:nvSpPr>
        <p:spPr>
          <a:xfrm>
            <a:off x="1867950" y="169227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7" name="Google Shape;777;p40"/>
          <p:cNvSpPr txBox="1">
            <a:spLocks noGrp="1"/>
          </p:cNvSpPr>
          <p:nvPr>
            <p:ph type="subTitle" idx="8"/>
          </p:nvPr>
        </p:nvSpPr>
        <p:spPr>
          <a:xfrm>
            <a:off x="1867950" y="306212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8" name="Google Shape;778;p40"/>
          <p:cNvSpPr txBox="1">
            <a:spLocks noGrp="1"/>
          </p:cNvSpPr>
          <p:nvPr>
            <p:ph type="subTitle" idx="9"/>
          </p:nvPr>
        </p:nvSpPr>
        <p:spPr>
          <a:xfrm>
            <a:off x="5297575" y="169227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9" name="Google Shape;779;p40"/>
          <p:cNvSpPr txBox="1">
            <a:spLocks noGrp="1"/>
          </p:cNvSpPr>
          <p:nvPr>
            <p:ph type="subTitle" idx="13"/>
          </p:nvPr>
        </p:nvSpPr>
        <p:spPr>
          <a:xfrm>
            <a:off x="5297575" y="306212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0" name="Google Shape;780;p40"/>
          <p:cNvSpPr txBox="1">
            <a:spLocks noGrp="1"/>
          </p:cNvSpPr>
          <p:nvPr>
            <p:ph type="title" idx="1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781" name="Google Shape;781;p4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2"/>
                </a:solidFill>
                <a:latin typeface="Sora ExtraLight"/>
                <a:ea typeface="Sora ExtraLight"/>
                <a:cs typeface="Sora ExtraLight"/>
                <a:sym typeface="Sora ExtraLight"/>
              </a:defRPr>
            </a:lvl1pPr>
            <a:lvl2pPr lvl="1">
              <a:buNone/>
              <a:defRPr>
                <a:solidFill>
                  <a:schemeClr val="dk2"/>
                </a:solidFill>
                <a:latin typeface="Sora ExtraLight"/>
                <a:ea typeface="Sora ExtraLight"/>
                <a:cs typeface="Sora ExtraLight"/>
                <a:sym typeface="Sora ExtraLight"/>
              </a:defRPr>
            </a:lvl2pPr>
            <a:lvl3pPr lvl="2">
              <a:buNone/>
              <a:defRPr>
                <a:solidFill>
                  <a:schemeClr val="dk2"/>
                </a:solidFill>
                <a:latin typeface="Sora ExtraLight"/>
                <a:ea typeface="Sora ExtraLight"/>
                <a:cs typeface="Sora ExtraLight"/>
                <a:sym typeface="Sora ExtraLight"/>
              </a:defRPr>
            </a:lvl3pPr>
            <a:lvl4pPr lvl="3">
              <a:buNone/>
              <a:defRPr>
                <a:solidFill>
                  <a:schemeClr val="dk2"/>
                </a:solidFill>
                <a:latin typeface="Sora ExtraLight"/>
                <a:ea typeface="Sora ExtraLight"/>
                <a:cs typeface="Sora ExtraLight"/>
                <a:sym typeface="Sora ExtraLight"/>
              </a:defRPr>
            </a:lvl4pPr>
            <a:lvl5pPr lvl="4">
              <a:buNone/>
              <a:defRPr>
                <a:solidFill>
                  <a:schemeClr val="dk2"/>
                </a:solidFill>
                <a:latin typeface="Sora ExtraLight"/>
                <a:ea typeface="Sora ExtraLight"/>
                <a:cs typeface="Sora ExtraLight"/>
                <a:sym typeface="Sora ExtraLight"/>
              </a:defRPr>
            </a:lvl5pPr>
            <a:lvl6pPr lvl="5">
              <a:buNone/>
              <a:defRPr>
                <a:solidFill>
                  <a:schemeClr val="dk2"/>
                </a:solidFill>
                <a:latin typeface="Sora ExtraLight"/>
                <a:ea typeface="Sora ExtraLight"/>
                <a:cs typeface="Sora ExtraLight"/>
                <a:sym typeface="Sora ExtraLight"/>
              </a:defRPr>
            </a:lvl6pPr>
            <a:lvl7pPr lvl="6">
              <a:buNone/>
              <a:defRPr>
                <a:solidFill>
                  <a:schemeClr val="dk2"/>
                </a:solidFill>
                <a:latin typeface="Sora ExtraLight"/>
                <a:ea typeface="Sora ExtraLight"/>
                <a:cs typeface="Sora ExtraLight"/>
                <a:sym typeface="Sora ExtraLight"/>
              </a:defRPr>
            </a:lvl7pPr>
            <a:lvl8pPr lvl="7">
              <a:buNone/>
              <a:defRPr>
                <a:solidFill>
                  <a:schemeClr val="dk2"/>
                </a:solidFill>
                <a:latin typeface="Sora ExtraLight"/>
                <a:ea typeface="Sora ExtraLight"/>
                <a:cs typeface="Sora ExtraLight"/>
                <a:sym typeface="Sora ExtraLight"/>
              </a:defRPr>
            </a:lvl8pPr>
            <a:lvl9pPr lvl="8">
              <a:buNone/>
              <a:defRPr>
                <a:solidFill>
                  <a:schemeClr val="dk2"/>
                </a:solidFill>
                <a:latin typeface="Sora ExtraLight"/>
                <a:ea typeface="Sora ExtraLight"/>
                <a:cs typeface="Sora ExtraLight"/>
                <a:sym typeface="Sora Extra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our big ideas - Alt 3">
  <p:cSld name="BLANK_1_1_1_1_1_1_1_1_1_1_1_1_1_1_1_2_1">
    <p:bg>
      <p:bgPr>
        <a:solidFill>
          <a:schemeClr val="lt1"/>
        </a:solidFill>
        <a:effectLst/>
      </p:bgPr>
    </p:bg>
    <p:spTree>
      <p:nvGrpSpPr>
        <p:cNvPr id="1" name="Shape 782"/>
        <p:cNvGrpSpPr/>
        <p:nvPr/>
      </p:nvGrpSpPr>
      <p:grpSpPr>
        <a:xfrm>
          <a:off x="0" y="0"/>
          <a:ext cx="0" cy="0"/>
          <a:chOff x="0" y="0"/>
          <a:chExt cx="0" cy="0"/>
        </a:xfrm>
      </p:grpSpPr>
      <p:sp>
        <p:nvSpPr>
          <p:cNvPr id="783" name="Google Shape;783;p41"/>
          <p:cNvSpPr txBox="1">
            <a:spLocks noGrp="1"/>
          </p:cNvSpPr>
          <p:nvPr>
            <p:ph type="title"/>
          </p:nvPr>
        </p:nvSpPr>
        <p:spPr>
          <a:xfrm>
            <a:off x="104850" y="2155850"/>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84" name="Google Shape;784;p41"/>
          <p:cNvSpPr txBox="1">
            <a:spLocks noGrp="1"/>
          </p:cNvSpPr>
          <p:nvPr>
            <p:ph type="title" idx="2"/>
          </p:nvPr>
        </p:nvSpPr>
        <p:spPr>
          <a:xfrm>
            <a:off x="1932925" y="2155825"/>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85" name="Google Shape;785;p41"/>
          <p:cNvSpPr txBox="1">
            <a:spLocks noGrp="1"/>
          </p:cNvSpPr>
          <p:nvPr>
            <p:ph type="title" idx="3"/>
          </p:nvPr>
        </p:nvSpPr>
        <p:spPr>
          <a:xfrm>
            <a:off x="3761000" y="2155825"/>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86" name="Google Shape;786;p41"/>
          <p:cNvSpPr txBox="1">
            <a:spLocks noGrp="1"/>
          </p:cNvSpPr>
          <p:nvPr>
            <p:ph type="title" idx="4"/>
          </p:nvPr>
        </p:nvSpPr>
        <p:spPr>
          <a:xfrm>
            <a:off x="5607150" y="2155825"/>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87" name="Google Shape;787;p41"/>
          <p:cNvSpPr txBox="1">
            <a:spLocks noGrp="1"/>
          </p:cNvSpPr>
          <p:nvPr>
            <p:ph type="title" idx="5"/>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788" name="Google Shape;788;p41"/>
          <p:cNvSpPr txBox="1">
            <a:spLocks noGrp="1"/>
          </p:cNvSpPr>
          <p:nvPr>
            <p:ph type="subTitle" idx="1"/>
          </p:nvPr>
        </p:nvSpPr>
        <p:spPr>
          <a:xfrm>
            <a:off x="2176499" y="319800"/>
            <a:ext cx="3904200" cy="520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a:endParaRPr/>
          </a:p>
        </p:txBody>
      </p:sp>
      <p:cxnSp>
        <p:nvCxnSpPr>
          <p:cNvPr id="789" name="Google Shape;789;p41"/>
          <p:cNvCxnSpPr/>
          <p:nvPr/>
        </p:nvCxnSpPr>
        <p:spPr>
          <a:xfrm>
            <a:off x="1865850" y="392700"/>
            <a:ext cx="0" cy="390300"/>
          </a:xfrm>
          <a:prstGeom prst="straightConnector1">
            <a:avLst/>
          </a:prstGeom>
          <a:noFill/>
          <a:ln w="19050" cap="flat" cmpd="sng">
            <a:solidFill>
              <a:schemeClr val="accent6"/>
            </a:solidFill>
            <a:prstDash val="solid"/>
            <a:round/>
            <a:headEnd type="none" w="med" len="med"/>
            <a:tailEnd type="none" w="med" len="med"/>
          </a:ln>
        </p:spPr>
      </p:cxnSp>
      <p:grpSp>
        <p:nvGrpSpPr>
          <p:cNvPr id="790" name="Google Shape;790;p41"/>
          <p:cNvGrpSpPr/>
          <p:nvPr/>
        </p:nvGrpSpPr>
        <p:grpSpPr>
          <a:xfrm>
            <a:off x="7073603" y="0"/>
            <a:ext cx="2070408" cy="1617374"/>
            <a:chOff x="6787102" y="-57263"/>
            <a:chExt cx="2403260" cy="1877393"/>
          </a:xfrm>
        </p:grpSpPr>
        <p:grpSp>
          <p:nvGrpSpPr>
            <p:cNvPr id="791" name="Google Shape;791;p41"/>
            <p:cNvGrpSpPr/>
            <p:nvPr/>
          </p:nvGrpSpPr>
          <p:grpSpPr>
            <a:xfrm rot="10800000">
              <a:off x="8286413" y="1320355"/>
              <a:ext cx="903863" cy="499775"/>
              <a:chOff x="532097" y="3249175"/>
              <a:chExt cx="669528" cy="370204"/>
            </a:xfrm>
          </p:grpSpPr>
          <p:sp>
            <p:nvSpPr>
              <p:cNvPr id="792" name="Google Shape;792;p41"/>
              <p:cNvSpPr/>
              <p:nvPr/>
            </p:nvSpPr>
            <p:spPr>
              <a:xfrm>
                <a:off x="532097" y="3249179"/>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93" name="Google Shape;793;p41"/>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94" name="Google Shape;794;p41"/>
            <p:cNvGrpSpPr/>
            <p:nvPr/>
          </p:nvGrpSpPr>
          <p:grpSpPr>
            <a:xfrm rot="10800000">
              <a:off x="6787103" y="820419"/>
              <a:ext cx="2402289" cy="499772"/>
              <a:chOff x="532752" y="3249175"/>
              <a:chExt cx="1779473" cy="370202"/>
            </a:xfrm>
          </p:grpSpPr>
          <p:sp>
            <p:nvSpPr>
              <p:cNvPr id="795" name="Google Shape;795;p41"/>
              <p:cNvSpPr/>
              <p:nvPr/>
            </p:nvSpPr>
            <p:spPr>
              <a:xfrm>
                <a:off x="532752" y="3249177"/>
                <a:ext cx="2988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96" name="Google Shape;796;p41"/>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97" name="Google Shape;797;p41"/>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98" name="Google Shape;798;p41"/>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99" name="Google Shape;799;p41"/>
            <p:cNvGrpSpPr/>
            <p:nvPr/>
          </p:nvGrpSpPr>
          <p:grpSpPr>
            <a:xfrm rot="10800000">
              <a:off x="7286873" y="320651"/>
              <a:ext cx="1499310" cy="499770"/>
              <a:chOff x="831425" y="3249175"/>
              <a:chExt cx="1110600" cy="370200"/>
            </a:xfrm>
          </p:grpSpPr>
          <p:sp>
            <p:nvSpPr>
              <p:cNvPr id="800" name="Google Shape;800;p41"/>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1" name="Google Shape;801;p41"/>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2" name="Google Shape;802;p41"/>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03" name="Google Shape;803;p41"/>
            <p:cNvGrpSpPr/>
            <p:nvPr/>
          </p:nvGrpSpPr>
          <p:grpSpPr>
            <a:xfrm rot="10800000">
              <a:off x="6787102" y="-57263"/>
              <a:ext cx="2403260" cy="377865"/>
              <a:chOff x="532032" y="3249173"/>
              <a:chExt cx="1780193" cy="370202"/>
            </a:xfrm>
          </p:grpSpPr>
          <p:sp>
            <p:nvSpPr>
              <p:cNvPr id="804" name="Google Shape;804;p41"/>
              <p:cNvSpPr/>
              <p:nvPr/>
            </p:nvSpPr>
            <p:spPr>
              <a:xfrm>
                <a:off x="532032" y="3249173"/>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5" name="Google Shape;805;p41"/>
              <p:cNvSpPr/>
              <p:nvPr/>
            </p:nvSpPr>
            <p:spPr>
              <a:xfrm>
                <a:off x="831430" y="324917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6" name="Google Shape;806;p41"/>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7" name="Google Shape;807;p41"/>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8" name="Google Shape;808;p41"/>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809" name="Google Shape;809;p41"/>
          <p:cNvSpPr/>
          <p:nvPr/>
        </p:nvSpPr>
        <p:spPr>
          <a:xfrm rot="10800000" flipH="1">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0" name="Google Shape;810;p41"/>
          <p:cNvSpPr/>
          <p:nvPr/>
        </p:nvSpPr>
        <p:spPr>
          <a:xfrm rot="10800000" flipH="1">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1" name="Google Shape;811;p41"/>
          <p:cNvSpPr/>
          <p:nvPr/>
        </p:nvSpPr>
        <p:spPr>
          <a:xfrm rot="10800000" flipH="1">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2" name="Google Shape;812;p41"/>
          <p:cNvSpPr/>
          <p:nvPr/>
        </p:nvSpPr>
        <p:spPr>
          <a:xfrm rot="10800000" flipH="1">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3" name="Google Shape;813;p41"/>
          <p:cNvSpPr txBox="1">
            <a:spLocks noGrp="1"/>
          </p:cNvSpPr>
          <p:nvPr>
            <p:ph type="body" idx="6"/>
          </p:nvPr>
        </p:nvSpPr>
        <p:spPr>
          <a:xfrm>
            <a:off x="104900"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814" name="Google Shape;814;p41"/>
          <p:cNvSpPr txBox="1">
            <a:spLocks noGrp="1"/>
          </p:cNvSpPr>
          <p:nvPr>
            <p:ph type="body" idx="7"/>
          </p:nvPr>
        </p:nvSpPr>
        <p:spPr>
          <a:xfrm>
            <a:off x="1932925"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815" name="Google Shape;815;p41"/>
          <p:cNvSpPr txBox="1">
            <a:spLocks noGrp="1"/>
          </p:cNvSpPr>
          <p:nvPr>
            <p:ph type="body" idx="8"/>
          </p:nvPr>
        </p:nvSpPr>
        <p:spPr>
          <a:xfrm>
            <a:off x="3761000"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816" name="Google Shape;816;p41"/>
          <p:cNvSpPr txBox="1">
            <a:spLocks noGrp="1"/>
          </p:cNvSpPr>
          <p:nvPr>
            <p:ph type="body" idx="9"/>
          </p:nvPr>
        </p:nvSpPr>
        <p:spPr>
          <a:xfrm>
            <a:off x="5607150"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817" name="Google Shape;817;p41"/>
          <p:cNvSpPr txBox="1">
            <a:spLocks noGrp="1"/>
          </p:cNvSpPr>
          <p:nvPr>
            <p:ph type="title" idx="13"/>
          </p:nvPr>
        </p:nvSpPr>
        <p:spPr>
          <a:xfrm>
            <a:off x="239975"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818" name="Google Shape;818;p41"/>
          <p:cNvSpPr txBox="1">
            <a:spLocks noGrp="1"/>
          </p:cNvSpPr>
          <p:nvPr>
            <p:ph type="title" idx="14"/>
          </p:nvPr>
        </p:nvSpPr>
        <p:spPr>
          <a:xfrm>
            <a:off x="2009500"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819" name="Google Shape;819;p41"/>
          <p:cNvSpPr txBox="1">
            <a:spLocks noGrp="1"/>
          </p:cNvSpPr>
          <p:nvPr>
            <p:ph type="title" idx="15"/>
          </p:nvPr>
        </p:nvSpPr>
        <p:spPr>
          <a:xfrm>
            <a:off x="3895425"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820" name="Google Shape;820;p41"/>
          <p:cNvSpPr txBox="1">
            <a:spLocks noGrp="1"/>
          </p:cNvSpPr>
          <p:nvPr>
            <p:ph type="title" idx="16"/>
          </p:nvPr>
        </p:nvSpPr>
        <p:spPr>
          <a:xfrm>
            <a:off x="5704700"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821" name="Google Shape;821;p41"/>
          <p:cNvSpPr txBox="1">
            <a:spLocks noGrp="1"/>
          </p:cNvSpPr>
          <p:nvPr>
            <p:ph type="title" idx="17"/>
          </p:nvPr>
        </p:nvSpPr>
        <p:spPr>
          <a:xfrm>
            <a:off x="38100" y="319650"/>
            <a:ext cx="1827900" cy="520200"/>
          </a:xfrm>
          <a:prstGeom prst="rect">
            <a:avLst/>
          </a:prstGeom>
        </p:spPr>
        <p:txBody>
          <a:bodyPr spcFirstLastPara="1" wrap="square" lIns="182875" tIns="91425" rIns="91425" bIns="91425" anchor="t" anchorCtr="0">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a:endParaRPr/>
          </a:p>
        </p:txBody>
      </p:sp>
      <p:sp>
        <p:nvSpPr>
          <p:cNvPr id="822" name="Google Shape;822;p41"/>
          <p:cNvSpPr txBox="1">
            <a:spLocks noGrp="1"/>
          </p:cNvSpPr>
          <p:nvPr>
            <p:ph type="title" idx="18"/>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823" name="Google Shape;823;p4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solidFill>
                  <a:schemeClr val="dk2"/>
                </a:solidFill>
                <a:latin typeface="Sora ExtraLight"/>
                <a:ea typeface="Sora ExtraLight"/>
                <a:cs typeface="Sora ExtraLight"/>
                <a:sym typeface="Sora ExtraLight"/>
              </a:defRPr>
            </a:lvl1pPr>
            <a:lvl2pPr lvl="1">
              <a:buNone/>
              <a:defRPr>
                <a:solidFill>
                  <a:schemeClr val="dk2"/>
                </a:solidFill>
                <a:latin typeface="Sora ExtraLight"/>
                <a:ea typeface="Sora ExtraLight"/>
                <a:cs typeface="Sora ExtraLight"/>
                <a:sym typeface="Sora ExtraLight"/>
              </a:defRPr>
            </a:lvl2pPr>
            <a:lvl3pPr lvl="2">
              <a:buNone/>
              <a:defRPr>
                <a:solidFill>
                  <a:schemeClr val="dk2"/>
                </a:solidFill>
                <a:latin typeface="Sora ExtraLight"/>
                <a:ea typeface="Sora ExtraLight"/>
                <a:cs typeface="Sora ExtraLight"/>
                <a:sym typeface="Sora ExtraLight"/>
              </a:defRPr>
            </a:lvl3pPr>
            <a:lvl4pPr lvl="3">
              <a:buNone/>
              <a:defRPr>
                <a:solidFill>
                  <a:schemeClr val="dk2"/>
                </a:solidFill>
                <a:latin typeface="Sora ExtraLight"/>
                <a:ea typeface="Sora ExtraLight"/>
                <a:cs typeface="Sora ExtraLight"/>
                <a:sym typeface="Sora ExtraLight"/>
              </a:defRPr>
            </a:lvl4pPr>
            <a:lvl5pPr lvl="4">
              <a:buNone/>
              <a:defRPr>
                <a:solidFill>
                  <a:schemeClr val="dk2"/>
                </a:solidFill>
                <a:latin typeface="Sora ExtraLight"/>
                <a:ea typeface="Sora ExtraLight"/>
                <a:cs typeface="Sora ExtraLight"/>
                <a:sym typeface="Sora ExtraLight"/>
              </a:defRPr>
            </a:lvl5pPr>
            <a:lvl6pPr lvl="5">
              <a:buNone/>
              <a:defRPr>
                <a:solidFill>
                  <a:schemeClr val="dk2"/>
                </a:solidFill>
                <a:latin typeface="Sora ExtraLight"/>
                <a:ea typeface="Sora ExtraLight"/>
                <a:cs typeface="Sora ExtraLight"/>
                <a:sym typeface="Sora ExtraLight"/>
              </a:defRPr>
            </a:lvl6pPr>
            <a:lvl7pPr lvl="6">
              <a:buNone/>
              <a:defRPr>
                <a:solidFill>
                  <a:schemeClr val="dk2"/>
                </a:solidFill>
                <a:latin typeface="Sora ExtraLight"/>
                <a:ea typeface="Sora ExtraLight"/>
                <a:cs typeface="Sora ExtraLight"/>
                <a:sym typeface="Sora ExtraLight"/>
              </a:defRPr>
            </a:lvl7pPr>
            <a:lvl8pPr lvl="7">
              <a:buNone/>
              <a:defRPr>
                <a:solidFill>
                  <a:schemeClr val="dk2"/>
                </a:solidFill>
                <a:latin typeface="Sora ExtraLight"/>
                <a:ea typeface="Sora ExtraLight"/>
                <a:cs typeface="Sora ExtraLight"/>
                <a:sym typeface="Sora ExtraLight"/>
              </a:defRPr>
            </a:lvl8pPr>
            <a:lvl9pPr lvl="8">
              <a:buNone/>
              <a:defRPr>
                <a:solidFill>
                  <a:schemeClr val="dk2"/>
                </a:solidFill>
                <a:latin typeface="Sora ExtraLight"/>
                <a:ea typeface="Sora ExtraLight"/>
                <a:cs typeface="Sora ExtraLight"/>
                <a:sym typeface="Sora Extra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ree images with caption">
  <p:cSld name="BLANK_1_1_1_1_1_1_1_1_1_1_1_1_1_1_1_1_1_1_2">
    <p:bg>
      <p:bgPr>
        <a:solidFill>
          <a:schemeClr val="lt1"/>
        </a:solidFill>
        <a:effectLst/>
      </p:bgPr>
    </p:bg>
    <p:spTree>
      <p:nvGrpSpPr>
        <p:cNvPr id="1" name="Shape 824"/>
        <p:cNvGrpSpPr/>
        <p:nvPr/>
      </p:nvGrpSpPr>
      <p:grpSpPr>
        <a:xfrm>
          <a:off x="0" y="0"/>
          <a:ext cx="0" cy="0"/>
          <a:chOff x="0" y="0"/>
          <a:chExt cx="0" cy="0"/>
        </a:xfrm>
      </p:grpSpPr>
      <p:sp>
        <p:nvSpPr>
          <p:cNvPr id="825" name="Google Shape;825;p42"/>
          <p:cNvSpPr txBox="1">
            <a:spLocks noGrp="1"/>
          </p:cNvSpPr>
          <p:nvPr>
            <p:ph type="title"/>
          </p:nvPr>
        </p:nvSpPr>
        <p:spPr>
          <a:xfrm>
            <a:off x="38100" y="397750"/>
            <a:ext cx="1948200" cy="189300"/>
          </a:xfrm>
          <a:prstGeom prst="rect">
            <a:avLst/>
          </a:prstGeom>
        </p:spPr>
        <p:txBody>
          <a:bodyPr spcFirstLastPara="1" wrap="square" lIns="182875" tIns="91425" rIns="91425" bIns="91425" anchor="t" anchorCtr="0">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826" name="Google Shape;826;p42"/>
          <p:cNvGrpSpPr/>
          <p:nvPr/>
        </p:nvGrpSpPr>
        <p:grpSpPr>
          <a:xfrm rot="10800000">
            <a:off x="5657179" y="-1"/>
            <a:ext cx="3486840" cy="2906092"/>
            <a:chOff x="312900" y="2793625"/>
            <a:chExt cx="2221200" cy="1851250"/>
          </a:xfrm>
        </p:grpSpPr>
        <p:grpSp>
          <p:nvGrpSpPr>
            <p:cNvPr id="827" name="Google Shape;827;p42"/>
            <p:cNvGrpSpPr/>
            <p:nvPr/>
          </p:nvGrpSpPr>
          <p:grpSpPr>
            <a:xfrm>
              <a:off x="312900" y="2793625"/>
              <a:ext cx="1851000" cy="1851250"/>
              <a:chOff x="461225" y="3249175"/>
              <a:chExt cx="1851000" cy="1851250"/>
            </a:xfrm>
          </p:grpSpPr>
          <p:grpSp>
            <p:nvGrpSpPr>
              <p:cNvPr id="828" name="Google Shape;828;p42"/>
              <p:cNvGrpSpPr/>
              <p:nvPr/>
            </p:nvGrpSpPr>
            <p:grpSpPr>
              <a:xfrm>
                <a:off x="461225" y="3249175"/>
                <a:ext cx="1851000" cy="370200"/>
                <a:chOff x="461225" y="3249175"/>
                <a:chExt cx="1851000" cy="370200"/>
              </a:xfrm>
            </p:grpSpPr>
            <p:sp>
              <p:nvSpPr>
                <p:cNvPr id="829" name="Google Shape;829;p42"/>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0" name="Google Shape;830;p42"/>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1" name="Google Shape;831;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2" name="Google Shape;832;p42"/>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33" name="Google Shape;833;p42"/>
              <p:cNvGrpSpPr/>
              <p:nvPr/>
            </p:nvGrpSpPr>
            <p:grpSpPr>
              <a:xfrm>
                <a:off x="461225" y="3619500"/>
                <a:ext cx="1851000" cy="370200"/>
                <a:chOff x="461225" y="3249175"/>
                <a:chExt cx="1851000" cy="370200"/>
              </a:xfrm>
            </p:grpSpPr>
            <p:sp>
              <p:nvSpPr>
                <p:cNvPr id="834" name="Google Shape;834;p42"/>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5" name="Google Shape;835;p42"/>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6" name="Google Shape;836;p42"/>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7" name="Google Shape;837;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38" name="Google Shape;838;p42"/>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39" name="Google Shape;839;p42"/>
              <p:cNvGrpSpPr/>
              <p:nvPr/>
            </p:nvGrpSpPr>
            <p:grpSpPr>
              <a:xfrm>
                <a:off x="461225" y="3989700"/>
                <a:ext cx="1480800" cy="1110725"/>
                <a:chOff x="461225" y="3249175"/>
                <a:chExt cx="1480800" cy="1110725"/>
              </a:xfrm>
            </p:grpSpPr>
            <p:sp>
              <p:nvSpPr>
                <p:cNvPr id="840" name="Google Shape;840;p42"/>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1" name="Google Shape;841;p42"/>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2" name="Google Shape;842;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3" name="Google Shape;843;p42"/>
                <p:cNvSpPr/>
                <p:nvPr/>
              </p:nvSpPr>
              <p:spPr>
                <a:xfrm>
                  <a:off x="1201625" y="39897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44" name="Google Shape;844;p42"/>
              <p:cNvGrpSpPr/>
              <p:nvPr/>
            </p:nvGrpSpPr>
            <p:grpSpPr>
              <a:xfrm>
                <a:off x="831425" y="4360025"/>
                <a:ext cx="1480800" cy="370200"/>
                <a:chOff x="831425" y="3249175"/>
                <a:chExt cx="1480800" cy="370200"/>
              </a:xfrm>
            </p:grpSpPr>
            <p:sp>
              <p:nvSpPr>
                <p:cNvPr id="845" name="Google Shape;845;p42"/>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6" name="Google Shape;846;p42"/>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7" name="Google Shape;847;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48" name="Google Shape;848;p42"/>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849" name="Google Shape;849;p42"/>
            <p:cNvSpPr/>
            <p:nvPr/>
          </p:nvSpPr>
          <p:spPr>
            <a:xfrm>
              <a:off x="2163900" y="279362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850" name="Google Shape;850;p42"/>
          <p:cNvSpPr>
            <a:spLocks noGrp="1"/>
          </p:cNvSpPr>
          <p:nvPr>
            <p:ph type="pic" idx="2"/>
          </p:nvPr>
        </p:nvSpPr>
        <p:spPr>
          <a:xfrm>
            <a:off x="1200750" y="984738"/>
            <a:ext cx="1649400" cy="1649400"/>
          </a:xfrm>
          <a:prstGeom prst="ellipse">
            <a:avLst/>
          </a:prstGeom>
          <a:noFill/>
          <a:ln>
            <a:noFill/>
          </a:ln>
        </p:spPr>
      </p:sp>
      <p:sp>
        <p:nvSpPr>
          <p:cNvPr id="851" name="Google Shape;851;p42"/>
          <p:cNvSpPr>
            <a:spLocks noGrp="1"/>
          </p:cNvSpPr>
          <p:nvPr>
            <p:ph type="pic" idx="3"/>
          </p:nvPr>
        </p:nvSpPr>
        <p:spPr>
          <a:xfrm>
            <a:off x="3747300" y="921988"/>
            <a:ext cx="1649400" cy="1649400"/>
          </a:xfrm>
          <a:prstGeom prst="ellipse">
            <a:avLst/>
          </a:prstGeom>
          <a:noFill/>
          <a:ln>
            <a:noFill/>
          </a:ln>
        </p:spPr>
      </p:sp>
      <p:sp>
        <p:nvSpPr>
          <p:cNvPr id="852" name="Google Shape;852;p42"/>
          <p:cNvSpPr>
            <a:spLocks noGrp="1"/>
          </p:cNvSpPr>
          <p:nvPr>
            <p:ph type="pic" idx="4"/>
          </p:nvPr>
        </p:nvSpPr>
        <p:spPr>
          <a:xfrm>
            <a:off x="6080650" y="941438"/>
            <a:ext cx="1649400" cy="1649400"/>
          </a:xfrm>
          <a:prstGeom prst="ellipse">
            <a:avLst/>
          </a:prstGeom>
          <a:noFill/>
          <a:ln>
            <a:noFill/>
          </a:ln>
        </p:spPr>
      </p:sp>
      <p:sp>
        <p:nvSpPr>
          <p:cNvPr id="853" name="Google Shape;853;p42"/>
          <p:cNvSpPr txBox="1">
            <a:spLocks noGrp="1"/>
          </p:cNvSpPr>
          <p:nvPr>
            <p:ph type="subTitle" idx="1"/>
          </p:nvPr>
        </p:nvSpPr>
        <p:spPr>
          <a:xfrm>
            <a:off x="947750" y="3353900"/>
            <a:ext cx="2086800" cy="13476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854" name="Google Shape;854;p42"/>
          <p:cNvSpPr txBox="1">
            <a:spLocks noGrp="1"/>
          </p:cNvSpPr>
          <p:nvPr>
            <p:ph type="title" idx="5"/>
          </p:nvPr>
        </p:nvSpPr>
        <p:spPr>
          <a:xfrm>
            <a:off x="1111850" y="3061625"/>
            <a:ext cx="1758600" cy="2733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855" name="Google Shape;855;p42"/>
          <p:cNvSpPr txBox="1">
            <a:spLocks noGrp="1"/>
          </p:cNvSpPr>
          <p:nvPr>
            <p:ph type="subTitle" idx="6"/>
          </p:nvPr>
        </p:nvSpPr>
        <p:spPr>
          <a:xfrm>
            <a:off x="3528600" y="3353900"/>
            <a:ext cx="2086800" cy="13476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856" name="Google Shape;856;p42"/>
          <p:cNvSpPr txBox="1">
            <a:spLocks noGrp="1"/>
          </p:cNvSpPr>
          <p:nvPr>
            <p:ph type="title" idx="7"/>
          </p:nvPr>
        </p:nvSpPr>
        <p:spPr>
          <a:xfrm>
            <a:off x="3692700" y="3061625"/>
            <a:ext cx="1758600" cy="2733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857" name="Google Shape;857;p42"/>
          <p:cNvSpPr txBox="1">
            <a:spLocks noGrp="1"/>
          </p:cNvSpPr>
          <p:nvPr>
            <p:ph type="subTitle" idx="8"/>
          </p:nvPr>
        </p:nvSpPr>
        <p:spPr>
          <a:xfrm>
            <a:off x="5861950" y="3353900"/>
            <a:ext cx="2086800" cy="13476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858" name="Google Shape;858;p42"/>
          <p:cNvSpPr txBox="1">
            <a:spLocks noGrp="1"/>
          </p:cNvSpPr>
          <p:nvPr>
            <p:ph type="title" idx="9"/>
          </p:nvPr>
        </p:nvSpPr>
        <p:spPr>
          <a:xfrm>
            <a:off x="6026050" y="3061625"/>
            <a:ext cx="1758600" cy="2733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859" name="Google Shape;859;p42"/>
          <p:cNvSpPr txBox="1">
            <a:spLocks noGrp="1"/>
          </p:cNvSpPr>
          <p:nvPr>
            <p:ph type="title" idx="13"/>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860" name="Google Shape;860;p42"/>
          <p:cNvSpPr txBox="1">
            <a:spLocks noGrp="1"/>
          </p:cNvSpPr>
          <p:nvPr>
            <p:ph type="title" idx="1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861" name="Google Shape;861;p4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62"/>
        <p:cNvGrpSpPr/>
        <p:nvPr/>
      </p:nvGrpSpPr>
      <p:grpSpPr>
        <a:xfrm>
          <a:off x="0" y="0"/>
          <a:ext cx="0" cy="0"/>
          <a:chOff x="0" y="0"/>
          <a:chExt cx="0" cy="0"/>
        </a:xfrm>
      </p:grpSpPr>
      <p:sp>
        <p:nvSpPr>
          <p:cNvPr id="863" name="Google Shape;863;p4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864" name="Google Shape;864;p4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865" name="Google Shape;865;p4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866"/>
        <p:cNvGrpSpPr/>
        <p:nvPr/>
      </p:nvGrpSpPr>
      <p:grpSpPr>
        <a:xfrm>
          <a:off x="0" y="0"/>
          <a:ext cx="0" cy="0"/>
          <a:chOff x="0" y="0"/>
          <a:chExt cx="0" cy="0"/>
        </a:xfrm>
      </p:grpSpPr>
      <p:sp>
        <p:nvSpPr>
          <p:cNvPr id="867" name="Google Shape;867;p4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68" name="Google Shape;868;p4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869"/>
        <p:cNvGrpSpPr/>
        <p:nvPr/>
      </p:nvGrpSpPr>
      <p:grpSpPr>
        <a:xfrm>
          <a:off x="0" y="0"/>
          <a:ext cx="0" cy="0"/>
          <a:chOff x="0" y="0"/>
          <a:chExt cx="0" cy="0"/>
        </a:xfrm>
      </p:grpSpPr>
      <p:sp>
        <p:nvSpPr>
          <p:cNvPr id="870" name="Google Shape;870;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71" name="Google Shape;871;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72" name="Google Shape;872;p4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873"/>
        <p:cNvGrpSpPr/>
        <p:nvPr/>
      </p:nvGrpSpPr>
      <p:grpSpPr>
        <a:xfrm>
          <a:off x="0" y="0"/>
          <a:ext cx="0" cy="0"/>
          <a:chOff x="0" y="0"/>
          <a:chExt cx="0" cy="0"/>
        </a:xfrm>
      </p:grpSpPr>
      <p:sp>
        <p:nvSpPr>
          <p:cNvPr id="874" name="Google Shape;874;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75" name="Google Shape;875;p4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76" name="Google Shape;876;p4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77" name="Google Shape;877;p4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78"/>
        <p:cNvGrpSpPr/>
        <p:nvPr/>
      </p:nvGrpSpPr>
      <p:grpSpPr>
        <a:xfrm>
          <a:off x="0" y="0"/>
          <a:ext cx="0" cy="0"/>
          <a:chOff x="0" y="0"/>
          <a:chExt cx="0" cy="0"/>
        </a:xfrm>
      </p:grpSpPr>
      <p:sp>
        <p:nvSpPr>
          <p:cNvPr id="879" name="Google Shape;879;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80" name="Google Shape;880;p4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81"/>
        <p:cNvGrpSpPr/>
        <p:nvPr/>
      </p:nvGrpSpPr>
      <p:grpSpPr>
        <a:xfrm>
          <a:off x="0" y="0"/>
          <a:ext cx="0" cy="0"/>
          <a:chOff x="0" y="0"/>
          <a:chExt cx="0" cy="0"/>
        </a:xfrm>
      </p:grpSpPr>
      <p:sp>
        <p:nvSpPr>
          <p:cNvPr id="882" name="Google Shape;882;p4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83" name="Google Shape;883;p4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84" name="Google Shape;884;p4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85"/>
        <p:cNvGrpSpPr/>
        <p:nvPr/>
      </p:nvGrpSpPr>
      <p:grpSpPr>
        <a:xfrm>
          <a:off x="0" y="0"/>
          <a:ext cx="0" cy="0"/>
          <a:chOff x="0" y="0"/>
          <a:chExt cx="0" cy="0"/>
        </a:xfrm>
      </p:grpSpPr>
      <p:sp>
        <p:nvSpPr>
          <p:cNvPr id="886" name="Google Shape;886;p49"/>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87" name="Google Shape;887;p4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88"/>
        <p:cNvGrpSpPr/>
        <p:nvPr/>
      </p:nvGrpSpPr>
      <p:grpSpPr>
        <a:xfrm>
          <a:off x="0" y="0"/>
          <a:ext cx="0" cy="0"/>
          <a:chOff x="0" y="0"/>
          <a:chExt cx="0" cy="0"/>
        </a:xfrm>
      </p:grpSpPr>
      <p:sp>
        <p:nvSpPr>
          <p:cNvPr id="889" name="Google Shape;889;p5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90" name="Google Shape;890;p5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891" name="Google Shape;891;p5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92" name="Google Shape;892;p5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93"/>
        <p:cNvGrpSpPr/>
        <p:nvPr/>
      </p:nvGrpSpPr>
      <p:grpSpPr>
        <a:xfrm>
          <a:off x="0" y="0"/>
          <a:ext cx="0" cy="0"/>
          <a:chOff x="0" y="0"/>
          <a:chExt cx="0" cy="0"/>
        </a:xfrm>
      </p:grpSpPr>
      <p:sp>
        <p:nvSpPr>
          <p:cNvPr id="894" name="Google Shape;894;p5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
        <p:nvSpPr>
          <p:cNvPr id="895" name="Google Shape;895;p5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96"/>
        <p:cNvGrpSpPr/>
        <p:nvPr/>
      </p:nvGrpSpPr>
      <p:grpSpPr>
        <a:xfrm>
          <a:off x="0" y="0"/>
          <a:ext cx="0" cy="0"/>
          <a:chOff x="0" y="0"/>
          <a:chExt cx="0" cy="0"/>
        </a:xfrm>
      </p:grpSpPr>
      <p:sp>
        <p:nvSpPr>
          <p:cNvPr id="897" name="Google Shape;897;p5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98"/>
        <p:cNvGrpSpPr/>
        <p:nvPr/>
      </p:nvGrpSpPr>
      <p:grpSpPr>
        <a:xfrm>
          <a:off x="0" y="0"/>
          <a:ext cx="0" cy="0"/>
          <a:chOff x="0" y="0"/>
          <a:chExt cx="0" cy="0"/>
        </a:xfrm>
      </p:grpSpPr>
      <p:sp>
        <p:nvSpPr>
          <p:cNvPr id="899" name="Google Shape;899;p5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00" name="Google Shape;900;p5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1" name="Google Shape;901;p5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2" name="Google Shape;902;p5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3" name="Google Shape;903;p5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4" name="Google Shape;904;p5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5" name="Google Shape;905;p5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06" name="Google Shape;906;p5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907"/>
        <p:cNvGrpSpPr/>
        <p:nvPr/>
      </p:nvGrpSpPr>
      <p:grpSpPr>
        <a:xfrm>
          <a:off x="0" y="0"/>
          <a:ext cx="0" cy="0"/>
          <a:chOff x="0" y="0"/>
          <a:chExt cx="0" cy="0"/>
        </a:xfrm>
      </p:grpSpPr>
      <p:sp>
        <p:nvSpPr>
          <p:cNvPr id="908" name="Google Shape;908;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09" name="Google Shape;909;p5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10" name="Google Shape;910;p54"/>
          <p:cNvSpPr>
            <a:spLocks noGrp="1"/>
          </p:cNvSpPr>
          <p:nvPr>
            <p:ph type="pic" idx="2"/>
          </p:nvPr>
        </p:nvSpPr>
        <p:spPr>
          <a:xfrm>
            <a:off x="4992024" y="1152775"/>
            <a:ext cx="3840300" cy="3416400"/>
          </a:xfrm>
          <a:prstGeom prst="rect">
            <a:avLst/>
          </a:prstGeom>
          <a:noFill/>
          <a:ln>
            <a:noFill/>
          </a:ln>
        </p:spPr>
      </p:sp>
      <p:sp>
        <p:nvSpPr>
          <p:cNvPr id="911" name="Google Shape;911;p5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912"/>
        <p:cNvGrpSpPr/>
        <p:nvPr/>
      </p:nvGrpSpPr>
      <p:grpSpPr>
        <a:xfrm>
          <a:off x="0" y="0"/>
          <a:ext cx="0" cy="0"/>
          <a:chOff x="0" y="0"/>
          <a:chExt cx="0" cy="0"/>
        </a:xfrm>
      </p:grpSpPr>
      <p:sp>
        <p:nvSpPr>
          <p:cNvPr id="913" name="Google Shape;913;p5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14" name="Google Shape;914;p5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15" name="Google Shape;915;p5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16" name="Google Shape;916;p5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17" name="Google Shape;917;p5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18" name="Google Shape;918;p5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919"/>
        <p:cNvGrpSpPr/>
        <p:nvPr/>
      </p:nvGrpSpPr>
      <p:grpSpPr>
        <a:xfrm>
          <a:off x="0" y="0"/>
          <a:ext cx="0" cy="0"/>
          <a:chOff x="0" y="0"/>
          <a:chExt cx="0" cy="0"/>
        </a:xfrm>
      </p:grpSpPr>
      <p:sp>
        <p:nvSpPr>
          <p:cNvPr id="920" name="Google Shape;920;p5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21" name="Google Shape;921;p5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22" name="Google Shape;922;p5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23" name="Google Shape;923;p56"/>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24" name="Google Shape;924;p56"/>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25" name="Google Shape;925;p56"/>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26" name="Google Shape;926;p56"/>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27" name="Google Shape;927;p5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928"/>
        <p:cNvGrpSpPr/>
        <p:nvPr/>
      </p:nvGrpSpPr>
      <p:grpSpPr>
        <a:xfrm>
          <a:off x="0" y="0"/>
          <a:ext cx="0" cy="0"/>
          <a:chOff x="0" y="0"/>
          <a:chExt cx="0" cy="0"/>
        </a:xfrm>
      </p:grpSpPr>
      <p:sp>
        <p:nvSpPr>
          <p:cNvPr id="929" name="Google Shape;929;p5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30" name="Google Shape;930;p5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31" name="Google Shape;931;p5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32" name="Google Shape;932;p5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33" name="Google Shape;933;p5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34" name="Google Shape;934;p5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35" name="Google Shape;935;p5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36" name="Google Shape;936;p5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37" name="Google Shape;937;p5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938" name="Google Shape;938;p5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939"/>
        <p:cNvGrpSpPr/>
        <p:nvPr/>
      </p:nvGrpSpPr>
      <p:grpSpPr>
        <a:xfrm>
          <a:off x="0" y="0"/>
          <a:ext cx="0" cy="0"/>
          <a:chOff x="0" y="0"/>
          <a:chExt cx="0" cy="0"/>
        </a:xfrm>
      </p:grpSpPr>
      <p:sp>
        <p:nvSpPr>
          <p:cNvPr id="940" name="Google Shape;940;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41" name="Google Shape;941;p58"/>
          <p:cNvSpPr>
            <a:spLocks noGrp="1"/>
          </p:cNvSpPr>
          <p:nvPr>
            <p:ph type="pic" idx="2"/>
          </p:nvPr>
        </p:nvSpPr>
        <p:spPr>
          <a:xfrm>
            <a:off x="311700" y="1170425"/>
            <a:ext cx="8520600" cy="3492900"/>
          </a:xfrm>
          <a:prstGeom prst="rect">
            <a:avLst/>
          </a:prstGeom>
          <a:noFill/>
          <a:ln>
            <a:noFill/>
          </a:ln>
        </p:spPr>
      </p:sp>
      <p:sp>
        <p:nvSpPr>
          <p:cNvPr id="942" name="Google Shape;942;p5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943"/>
        <p:cNvGrpSpPr/>
        <p:nvPr/>
      </p:nvGrpSpPr>
      <p:grpSpPr>
        <a:xfrm>
          <a:off x="0" y="0"/>
          <a:ext cx="0" cy="0"/>
          <a:chOff x="0" y="0"/>
          <a:chExt cx="0" cy="0"/>
        </a:xfrm>
      </p:grpSpPr>
      <p:sp>
        <p:nvSpPr>
          <p:cNvPr id="944" name="Google Shape;944;p5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45" name="Google Shape;945;p59"/>
          <p:cNvSpPr>
            <a:spLocks noGrp="1"/>
          </p:cNvSpPr>
          <p:nvPr>
            <p:ph type="pic" idx="2"/>
          </p:nvPr>
        </p:nvSpPr>
        <p:spPr>
          <a:xfrm>
            <a:off x="4804825" y="1133300"/>
            <a:ext cx="4027500" cy="2392800"/>
          </a:xfrm>
          <a:prstGeom prst="rect">
            <a:avLst/>
          </a:prstGeom>
          <a:noFill/>
          <a:ln>
            <a:noFill/>
          </a:ln>
        </p:spPr>
      </p:sp>
      <p:sp>
        <p:nvSpPr>
          <p:cNvPr id="946" name="Google Shape;946;p59"/>
          <p:cNvSpPr>
            <a:spLocks noGrp="1"/>
          </p:cNvSpPr>
          <p:nvPr>
            <p:ph type="pic" idx="3"/>
          </p:nvPr>
        </p:nvSpPr>
        <p:spPr>
          <a:xfrm>
            <a:off x="311725" y="1133300"/>
            <a:ext cx="4027500" cy="2392800"/>
          </a:xfrm>
          <a:prstGeom prst="rect">
            <a:avLst/>
          </a:prstGeom>
          <a:noFill/>
          <a:ln>
            <a:noFill/>
          </a:ln>
        </p:spPr>
      </p:sp>
      <p:sp>
        <p:nvSpPr>
          <p:cNvPr id="947" name="Google Shape;947;p5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48" name="Google Shape;948;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49" name="Google Shape;949;p5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50" name="Google Shape;950;p5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51" name="Google Shape;951;p5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952"/>
        <p:cNvGrpSpPr/>
        <p:nvPr/>
      </p:nvGrpSpPr>
      <p:grpSpPr>
        <a:xfrm>
          <a:off x="0" y="0"/>
          <a:ext cx="0" cy="0"/>
          <a:chOff x="0" y="0"/>
          <a:chExt cx="0" cy="0"/>
        </a:xfrm>
      </p:grpSpPr>
      <p:sp>
        <p:nvSpPr>
          <p:cNvPr id="953" name="Google Shape;953;p6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54" name="Google Shape;954;p60"/>
          <p:cNvSpPr>
            <a:spLocks noGrp="1"/>
          </p:cNvSpPr>
          <p:nvPr>
            <p:ph type="pic" idx="2"/>
          </p:nvPr>
        </p:nvSpPr>
        <p:spPr>
          <a:xfrm>
            <a:off x="6205225" y="1128325"/>
            <a:ext cx="2627100" cy="2273100"/>
          </a:xfrm>
          <a:prstGeom prst="rect">
            <a:avLst/>
          </a:prstGeom>
          <a:noFill/>
          <a:ln>
            <a:noFill/>
          </a:ln>
        </p:spPr>
      </p:sp>
      <p:sp>
        <p:nvSpPr>
          <p:cNvPr id="955" name="Google Shape;955;p60"/>
          <p:cNvSpPr>
            <a:spLocks noGrp="1"/>
          </p:cNvSpPr>
          <p:nvPr>
            <p:ph type="pic" idx="3"/>
          </p:nvPr>
        </p:nvSpPr>
        <p:spPr>
          <a:xfrm>
            <a:off x="311725" y="1128325"/>
            <a:ext cx="2627100" cy="2273100"/>
          </a:xfrm>
          <a:prstGeom prst="rect">
            <a:avLst/>
          </a:prstGeom>
          <a:noFill/>
          <a:ln>
            <a:noFill/>
          </a:ln>
        </p:spPr>
      </p:sp>
      <p:sp>
        <p:nvSpPr>
          <p:cNvPr id="956" name="Google Shape;956;p6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57" name="Google Shape;957;p60"/>
          <p:cNvSpPr>
            <a:spLocks noGrp="1"/>
          </p:cNvSpPr>
          <p:nvPr>
            <p:ph type="pic" idx="5"/>
          </p:nvPr>
        </p:nvSpPr>
        <p:spPr>
          <a:xfrm>
            <a:off x="3255250" y="1128325"/>
            <a:ext cx="2627100" cy="2273100"/>
          </a:xfrm>
          <a:prstGeom prst="rect">
            <a:avLst/>
          </a:prstGeom>
          <a:noFill/>
          <a:ln>
            <a:noFill/>
          </a:ln>
        </p:spPr>
      </p:sp>
      <p:sp>
        <p:nvSpPr>
          <p:cNvPr id="958" name="Google Shape;958;p6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59" name="Google Shape;959;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60" name="Google Shape;960;p6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61" name="Google Shape;961;p6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62" name="Google Shape;962;p6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63" name="Google Shape;963;p6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964"/>
        <p:cNvGrpSpPr/>
        <p:nvPr/>
      </p:nvGrpSpPr>
      <p:grpSpPr>
        <a:xfrm>
          <a:off x="0" y="0"/>
          <a:ext cx="0" cy="0"/>
          <a:chOff x="0" y="0"/>
          <a:chExt cx="0" cy="0"/>
        </a:xfrm>
      </p:grpSpPr>
      <p:sp>
        <p:nvSpPr>
          <p:cNvPr id="965" name="Google Shape;965;p61"/>
          <p:cNvSpPr>
            <a:spLocks noGrp="1"/>
          </p:cNvSpPr>
          <p:nvPr>
            <p:ph type="pic" idx="2"/>
          </p:nvPr>
        </p:nvSpPr>
        <p:spPr>
          <a:xfrm>
            <a:off x="311700" y="445025"/>
            <a:ext cx="8520600" cy="4218300"/>
          </a:xfrm>
          <a:prstGeom prst="rect">
            <a:avLst/>
          </a:prstGeom>
          <a:noFill/>
          <a:ln>
            <a:noFill/>
          </a:ln>
        </p:spPr>
      </p:sp>
      <p:sp>
        <p:nvSpPr>
          <p:cNvPr id="966" name="Google Shape;966;p6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967"/>
        <p:cNvGrpSpPr/>
        <p:nvPr/>
      </p:nvGrpSpPr>
      <p:grpSpPr>
        <a:xfrm>
          <a:off x="0" y="0"/>
          <a:ext cx="0" cy="0"/>
          <a:chOff x="0" y="0"/>
          <a:chExt cx="0" cy="0"/>
        </a:xfrm>
      </p:grpSpPr>
      <p:sp>
        <p:nvSpPr>
          <p:cNvPr id="968" name="Google Shape;968;p62"/>
          <p:cNvSpPr>
            <a:spLocks noGrp="1"/>
          </p:cNvSpPr>
          <p:nvPr>
            <p:ph type="pic" idx="2"/>
          </p:nvPr>
        </p:nvSpPr>
        <p:spPr>
          <a:xfrm>
            <a:off x="3389600" y="118913"/>
            <a:ext cx="1643700" cy="1535100"/>
          </a:xfrm>
          <a:prstGeom prst="rect">
            <a:avLst/>
          </a:prstGeom>
          <a:noFill/>
          <a:ln>
            <a:noFill/>
          </a:ln>
        </p:spPr>
      </p:sp>
      <p:sp>
        <p:nvSpPr>
          <p:cNvPr id="969" name="Google Shape;969;p62"/>
          <p:cNvSpPr>
            <a:spLocks noGrp="1"/>
          </p:cNvSpPr>
          <p:nvPr>
            <p:ph type="pic" idx="3"/>
          </p:nvPr>
        </p:nvSpPr>
        <p:spPr>
          <a:xfrm>
            <a:off x="5195935" y="118913"/>
            <a:ext cx="1643700" cy="1535100"/>
          </a:xfrm>
          <a:prstGeom prst="rect">
            <a:avLst/>
          </a:prstGeom>
          <a:noFill/>
          <a:ln>
            <a:noFill/>
          </a:ln>
        </p:spPr>
      </p:sp>
      <p:sp>
        <p:nvSpPr>
          <p:cNvPr id="970" name="Google Shape;970;p62"/>
          <p:cNvSpPr>
            <a:spLocks noGrp="1"/>
          </p:cNvSpPr>
          <p:nvPr>
            <p:ph type="pic" idx="4"/>
          </p:nvPr>
        </p:nvSpPr>
        <p:spPr>
          <a:xfrm>
            <a:off x="7002270" y="118913"/>
            <a:ext cx="1643700" cy="1535100"/>
          </a:xfrm>
          <a:prstGeom prst="rect">
            <a:avLst/>
          </a:prstGeom>
          <a:noFill/>
          <a:ln>
            <a:noFill/>
          </a:ln>
        </p:spPr>
      </p:sp>
      <p:sp>
        <p:nvSpPr>
          <p:cNvPr id="971" name="Google Shape;971;p62"/>
          <p:cNvSpPr>
            <a:spLocks noGrp="1"/>
          </p:cNvSpPr>
          <p:nvPr>
            <p:ph type="pic" idx="5"/>
          </p:nvPr>
        </p:nvSpPr>
        <p:spPr>
          <a:xfrm>
            <a:off x="3389588" y="1804212"/>
            <a:ext cx="1643700" cy="1535100"/>
          </a:xfrm>
          <a:prstGeom prst="rect">
            <a:avLst/>
          </a:prstGeom>
          <a:noFill/>
          <a:ln>
            <a:noFill/>
          </a:ln>
        </p:spPr>
      </p:sp>
      <p:sp>
        <p:nvSpPr>
          <p:cNvPr id="972" name="Google Shape;972;p62"/>
          <p:cNvSpPr>
            <a:spLocks noGrp="1"/>
          </p:cNvSpPr>
          <p:nvPr>
            <p:ph type="pic" idx="6"/>
          </p:nvPr>
        </p:nvSpPr>
        <p:spPr>
          <a:xfrm>
            <a:off x="5195922" y="1804212"/>
            <a:ext cx="1643700" cy="1535100"/>
          </a:xfrm>
          <a:prstGeom prst="rect">
            <a:avLst/>
          </a:prstGeom>
          <a:noFill/>
          <a:ln>
            <a:noFill/>
          </a:ln>
        </p:spPr>
      </p:sp>
      <p:sp>
        <p:nvSpPr>
          <p:cNvPr id="973" name="Google Shape;973;p62"/>
          <p:cNvSpPr>
            <a:spLocks noGrp="1"/>
          </p:cNvSpPr>
          <p:nvPr>
            <p:ph type="pic" idx="7"/>
          </p:nvPr>
        </p:nvSpPr>
        <p:spPr>
          <a:xfrm>
            <a:off x="7002257" y="1804212"/>
            <a:ext cx="1643700" cy="1535100"/>
          </a:xfrm>
          <a:prstGeom prst="rect">
            <a:avLst/>
          </a:prstGeom>
          <a:noFill/>
          <a:ln>
            <a:noFill/>
          </a:ln>
        </p:spPr>
      </p:sp>
      <p:sp>
        <p:nvSpPr>
          <p:cNvPr id="974" name="Google Shape;974;p6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75" name="Google Shape;975;p62"/>
          <p:cNvSpPr>
            <a:spLocks noGrp="1"/>
          </p:cNvSpPr>
          <p:nvPr>
            <p:ph type="pic" idx="8"/>
          </p:nvPr>
        </p:nvSpPr>
        <p:spPr>
          <a:xfrm>
            <a:off x="3389588" y="3489487"/>
            <a:ext cx="1643700" cy="1535100"/>
          </a:xfrm>
          <a:prstGeom prst="rect">
            <a:avLst/>
          </a:prstGeom>
          <a:noFill/>
          <a:ln>
            <a:noFill/>
          </a:ln>
        </p:spPr>
      </p:sp>
      <p:sp>
        <p:nvSpPr>
          <p:cNvPr id="976" name="Google Shape;976;p62"/>
          <p:cNvSpPr>
            <a:spLocks noGrp="1"/>
          </p:cNvSpPr>
          <p:nvPr>
            <p:ph type="pic" idx="9"/>
          </p:nvPr>
        </p:nvSpPr>
        <p:spPr>
          <a:xfrm>
            <a:off x="5195922" y="3489487"/>
            <a:ext cx="1643700" cy="1535100"/>
          </a:xfrm>
          <a:prstGeom prst="rect">
            <a:avLst/>
          </a:prstGeom>
          <a:noFill/>
          <a:ln>
            <a:noFill/>
          </a:ln>
        </p:spPr>
      </p:sp>
      <p:sp>
        <p:nvSpPr>
          <p:cNvPr id="977" name="Google Shape;977;p62"/>
          <p:cNvSpPr>
            <a:spLocks noGrp="1"/>
          </p:cNvSpPr>
          <p:nvPr>
            <p:ph type="pic" idx="13"/>
          </p:nvPr>
        </p:nvSpPr>
        <p:spPr>
          <a:xfrm>
            <a:off x="7002257" y="3489487"/>
            <a:ext cx="1643700" cy="1535100"/>
          </a:xfrm>
          <a:prstGeom prst="rect">
            <a:avLst/>
          </a:prstGeom>
          <a:noFill/>
          <a:ln>
            <a:noFill/>
          </a:ln>
        </p:spPr>
      </p:sp>
      <p:sp>
        <p:nvSpPr>
          <p:cNvPr id="978" name="Google Shape;978;p6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28600" y="1452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marL="914400" lvl="1"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marL="1371600" lvl="2"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marL="1828800" lvl="3"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marL="2286000" lvl="4"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marL="2743200" lvl="5"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marL="3200400" lvl="6"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marL="3657600" lvl="7"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marL="4114800" lvl="8" indent="-30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a:endParaRPr/>
          </a:p>
        </p:txBody>
      </p:sp>
      <p:sp>
        <p:nvSpPr>
          <p:cNvPr id="52" name="Google Shape;52;p13"/>
          <p:cNvSpPr txBox="1">
            <a:spLocks noGrp="1"/>
          </p:cNvSpPr>
          <p:nvPr>
            <p:ph type="title"/>
          </p:nvPr>
        </p:nvSpPr>
        <p:spPr>
          <a:xfrm>
            <a:off x="402800" y="197225"/>
            <a:ext cx="6537900" cy="1254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a:endParaRPr/>
          </a:p>
        </p:txBody>
      </p:sp>
      <p:sp>
        <p:nvSpPr>
          <p:cNvPr id="53" name="Google Shape;53;p13"/>
          <p:cNvSpPr txBox="1">
            <a:spLocks noGrp="1"/>
          </p:cNvSpPr>
          <p:nvPr>
            <p:ph type="body" idx="2"/>
          </p:nvPr>
        </p:nvSpPr>
        <p:spPr>
          <a:xfrm>
            <a:off x="3439325" y="1502775"/>
            <a:ext cx="5344800" cy="24399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marL="914400" lvl="1"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marL="1371600" lvl="2"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marL="1828800" lvl="3"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marL="2286000" lvl="4"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marL="2743200" lvl="5"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marL="3200400" lvl="6"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marL="3657600" lvl="7"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marL="4114800" lvl="8"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a:endParaRPr/>
          </a:p>
        </p:txBody>
      </p:sp>
      <p:sp>
        <p:nvSpPr>
          <p:cNvPr id="54" name="Google Shape;54;p13"/>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lt1"/>
                </a:solidFill>
                <a:latin typeface="Sora"/>
                <a:ea typeface="Sora"/>
                <a:cs typeface="Sora"/>
                <a:sym typeface="Sora"/>
              </a:defRPr>
            </a:lvl1pPr>
            <a:lvl2pPr lvl="1" algn="r">
              <a:buNone/>
              <a:defRPr sz="1300">
                <a:solidFill>
                  <a:schemeClr val="lt1"/>
                </a:solidFill>
                <a:latin typeface="Sora"/>
                <a:ea typeface="Sora"/>
                <a:cs typeface="Sora"/>
                <a:sym typeface="Sora"/>
              </a:defRPr>
            </a:lvl2pPr>
            <a:lvl3pPr lvl="2" algn="r">
              <a:buNone/>
              <a:defRPr sz="1300">
                <a:solidFill>
                  <a:schemeClr val="lt1"/>
                </a:solidFill>
                <a:latin typeface="Sora"/>
                <a:ea typeface="Sora"/>
                <a:cs typeface="Sora"/>
                <a:sym typeface="Sora"/>
              </a:defRPr>
            </a:lvl3pPr>
            <a:lvl4pPr lvl="3" algn="r">
              <a:buNone/>
              <a:defRPr sz="1300">
                <a:solidFill>
                  <a:schemeClr val="lt1"/>
                </a:solidFill>
                <a:latin typeface="Sora"/>
                <a:ea typeface="Sora"/>
                <a:cs typeface="Sora"/>
                <a:sym typeface="Sora"/>
              </a:defRPr>
            </a:lvl4pPr>
            <a:lvl5pPr lvl="4" algn="r">
              <a:buNone/>
              <a:defRPr sz="1300">
                <a:solidFill>
                  <a:schemeClr val="lt1"/>
                </a:solidFill>
                <a:latin typeface="Sora"/>
                <a:ea typeface="Sora"/>
                <a:cs typeface="Sora"/>
                <a:sym typeface="Sora"/>
              </a:defRPr>
            </a:lvl5pPr>
            <a:lvl6pPr lvl="5" algn="r">
              <a:buNone/>
              <a:defRPr sz="1300">
                <a:solidFill>
                  <a:schemeClr val="lt1"/>
                </a:solidFill>
                <a:latin typeface="Sora"/>
                <a:ea typeface="Sora"/>
                <a:cs typeface="Sora"/>
                <a:sym typeface="Sora"/>
              </a:defRPr>
            </a:lvl6pPr>
            <a:lvl7pPr lvl="6" algn="r">
              <a:buNone/>
              <a:defRPr sz="1300">
                <a:solidFill>
                  <a:schemeClr val="lt1"/>
                </a:solidFill>
                <a:latin typeface="Sora"/>
                <a:ea typeface="Sora"/>
                <a:cs typeface="Sora"/>
                <a:sym typeface="Sora"/>
              </a:defRPr>
            </a:lvl7pPr>
            <a:lvl8pPr lvl="7" algn="r">
              <a:buNone/>
              <a:defRPr sz="1300">
                <a:solidFill>
                  <a:schemeClr val="lt1"/>
                </a:solidFill>
                <a:latin typeface="Sora"/>
                <a:ea typeface="Sora"/>
                <a:cs typeface="Sora"/>
                <a:sym typeface="Sora"/>
              </a:defRPr>
            </a:lvl8pPr>
            <a:lvl9pPr lvl="8" algn="r">
              <a:buNone/>
              <a:defRPr sz="1300">
                <a:solidFill>
                  <a:schemeClr val="lt1"/>
                </a:solidFill>
                <a:latin typeface="Sora"/>
                <a:ea typeface="Sora"/>
                <a:cs typeface="Sora"/>
                <a:sym typeface="Sor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7.xml"/><Relationship Id="rId4" Type="http://schemas.openxmlformats.org/officeDocument/2006/relationships/hyperlink" Target="https://medium.com/@csoham358/a-beginners-guide-to-risc-and-cisc-architectures-fc9af424db3b"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hyperlink" Target="http://main.py"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63"/>
          <p:cNvSpPr txBox="1">
            <a:spLocks noGrp="1"/>
          </p:cNvSpPr>
          <p:nvPr>
            <p:ph type="subTitle" idx="2"/>
          </p:nvPr>
        </p:nvSpPr>
        <p:spPr>
          <a:xfrm>
            <a:off x="138475" y="228600"/>
            <a:ext cx="2164500" cy="338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latin typeface="Sora"/>
                <a:ea typeface="Sora"/>
                <a:cs typeface="Sora"/>
                <a:sym typeface="Sora"/>
              </a:rPr>
              <a:t>CS 3339 - Group 7</a:t>
            </a:r>
            <a:endParaRPr sz="1400">
              <a:latin typeface="Sora"/>
              <a:ea typeface="Sora"/>
              <a:cs typeface="Sora"/>
              <a:sym typeface="Sora"/>
            </a:endParaRPr>
          </a:p>
          <a:p>
            <a:pPr marL="0" lvl="0" indent="0" algn="l" rtl="0">
              <a:lnSpc>
                <a:spcPct val="115000"/>
              </a:lnSpc>
              <a:spcBef>
                <a:spcPts val="0"/>
              </a:spcBef>
              <a:spcAft>
                <a:spcPts val="0"/>
              </a:spcAft>
              <a:buNone/>
            </a:pPr>
            <a:endParaRPr sz="1400">
              <a:latin typeface="Sora"/>
              <a:ea typeface="Sora"/>
              <a:cs typeface="Sora"/>
              <a:sym typeface="Sora"/>
            </a:endParaRPr>
          </a:p>
        </p:txBody>
      </p:sp>
      <p:sp>
        <p:nvSpPr>
          <p:cNvPr id="984" name="Google Shape;984;p63"/>
          <p:cNvSpPr txBox="1">
            <a:spLocks noGrp="1"/>
          </p:cNvSpPr>
          <p:nvPr>
            <p:ph type="title"/>
          </p:nvPr>
        </p:nvSpPr>
        <p:spPr>
          <a:xfrm>
            <a:off x="74600" y="2891050"/>
            <a:ext cx="5876700" cy="144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dk2"/>
                </a:solidFill>
              </a:rPr>
              <a:t>MIPS Simulator</a:t>
            </a:r>
            <a:endParaRPr>
              <a:solidFill>
                <a:schemeClr val="dk2"/>
              </a:solidFill>
            </a:endParaRPr>
          </a:p>
        </p:txBody>
      </p:sp>
      <p:sp>
        <p:nvSpPr>
          <p:cNvPr id="985" name="Google Shape;985;p63"/>
          <p:cNvSpPr txBox="1">
            <a:spLocks noGrp="1"/>
          </p:cNvSpPr>
          <p:nvPr>
            <p:ph type="subTitle" idx="1"/>
          </p:nvPr>
        </p:nvSpPr>
        <p:spPr>
          <a:xfrm>
            <a:off x="130200" y="4291350"/>
            <a:ext cx="4922100" cy="73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Sora"/>
                <a:ea typeface="Sora"/>
                <a:cs typeface="Sora"/>
                <a:sym typeface="Sora"/>
              </a:rPr>
              <a:t>Members: Samantha Hanna, Vanny Bundick, Amul Poudel, John Parsons</a:t>
            </a:r>
            <a:endParaRPr>
              <a:latin typeface="Sora"/>
              <a:ea typeface="Sora"/>
              <a:cs typeface="Sora"/>
              <a:sym typeface="Sora"/>
            </a:endParaRPr>
          </a:p>
        </p:txBody>
      </p:sp>
      <p:sp>
        <p:nvSpPr>
          <p:cNvPr id="986" name="Google Shape;986;p6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6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2</a:t>
            </a:fld>
            <a:endParaRPr/>
          </a:p>
        </p:txBody>
      </p:sp>
      <p:sp>
        <p:nvSpPr>
          <p:cNvPr id="992" name="Google Shape;992;p6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is MIPS?</a:t>
            </a:r>
            <a:endParaRPr/>
          </a:p>
        </p:txBody>
      </p:sp>
      <p:sp>
        <p:nvSpPr>
          <p:cNvPr id="993" name="Google Shape;993;p64"/>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353535"/>
                </a:solidFill>
                <a:latin typeface="Sora"/>
                <a:ea typeface="Sora"/>
                <a:cs typeface="Sora"/>
                <a:sym typeface="Sora"/>
              </a:rPr>
              <a:t>CS 3339 - Group 7</a:t>
            </a:r>
            <a:endParaRPr sz="1200">
              <a:solidFill>
                <a:srgbClr val="353535"/>
              </a:solidFill>
              <a:latin typeface="Sora"/>
              <a:ea typeface="Sora"/>
              <a:cs typeface="Sora"/>
              <a:sym typeface="Sora"/>
            </a:endParaRPr>
          </a:p>
          <a:p>
            <a:pPr marL="0" lvl="0" indent="0" algn="l" rtl="0">
              <a:lnSpc>
                <a:spcPct val="115000"/>
              </a:lnSpc>
              <a:spcBef>
                <a:spcPts val="0"/>
              </a:spcBef>
              <a:spcAft>
                <a:spcPts val="0"/>
              </a:spcAft>
              <a:buNone/>
            </a:pPr>
            <a:endParaRPr sz="1200">
              <a:solidFill>
                <a:srgbClr val="353535"/>
              </a:solidFill>
              <a:latin typeface="Sora"/>
              <a:ea typeface="Sora"/>
              <a:cs typeface="Sora"/>
              <a:sym typeface="Sora"/>
            </a:endParaRPr>
          </a:p>
        </p:txBody>
      </p:sp>
      <p:pic>
        <p:nvPicPr>
          <p:cNvPr id="994" name="Google Shape;994;p64"/>
          <p:cNvPicPr preferRelativeResize="0"/>
          <p:nvPr/>
        </p:nvPicPr>
        <p:blipFill>
          <a:blip r:embed="rId3">
            <a:alphaModFix/>
          </a:blip>
          <a:stretch>
            <a:fillRect/>
          </a:stretch>
        </p:blipFill>
        <p:spPr>
          <a:xfrm>
            <a:off x="4641600" y="551200"/>
            <a:ext cx="4322400" cy="3888703"/>
          </a:xfrm>
          <a:prstGeom prst="rect">
            <a:avLst/>
          </a:prstGeom>
          <a:noFill/>
          <a:ln>
            <a:noFill/>
          </a:ln>
        </p:spPr>
      </p:pic>
      <p:sp>
        <p:nvSpPr>
          <p:cNvPr id="2" name="TextBox 1">
            <a:extLst>
              <a:ext uri="{FF2B5EF4-FFF2-40B4-BE49-F238E27FC236}">
                <a16:creationId xmlns:a16="http://schemas.microsoft.com/office/drawing/2014/main" id="{B636A5D7-D1B2-7841-01A8-2896667C8079}"/>
              </a:ext>
            </a:extLst>
          </p:cNvPr>
          <p:cNvSpPr txBox="1"/>
          <p:nvPr/>
        </p:nvSpPr>
        <p:spPr>
          <a:xfrm>
            <a:off x="4641600" y="4488873"/>
            <a:ext cx="4225309" cy="400110"/>
          </a:xfrm>
          <a:prstGeom prst="rect">
            <a:avLst/>
          </a:prstGeom>
          <a:noFill/>
        </p:spPr>
        <p:txBody>
          <a:bodyPr wrap="square" rtlCol="0">
            <a:spAutoFit/>
          </a:bodyPr>
          <a:lstStyle/>
          <a:p>
            <a:r>
              <a:rPr lang="en" sz="1000" dirty="0"/>
              <a:t>Diagram: </a:t>
            </a:r>
            <a:r>
              <a:rPr lang="en" sz="1000" u="sng" dirty="0">
                <a:solidFill>
                  <a:schemeClr val="hlink"/>
                </a:solidFill>
                <a:hlinkClick r:id="rId4"/>
              </a:rPr>
              <a:t>https://medium.com/@csoham358/a-beginners-guide-to-risc-and-cisc-architectures-fc9af424db3b</a:t>
            </a:r>
            <a:endParaRPr lang="en" sz="1000" u="sng" dirty="0">
              <a:solidFill>
                <a:schemeClr val="hlink"/>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65"/>
          <p:cNvSpPr txBox="1">
            <a:spLocks noGrp="1"/>
          </p:cNvSpPr>
          <p:nvPr>
            <p:ph type="subTitle" idx="1"/>
          </p:nvPr>
        </p:nvSpPr>
        <p:spPr>
          <a:xfrm>
            <a:off x="0" y="-12"/>
            <a:ext cx="1888800" cy="119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Sora"/>
                <a:ea typeface="Sora"/>
                <a:cs typeface="Sora"/>
                <a:sym typeface="Sora"/>
              </a:rPr>
              <a:t>CS 3339 - Group 7</a:t>
            </a:r>
            <a:endParaRPr>
              <a:latin typeface="Sora"/>
              <a:ea typeface="Sora"/>
              <a:cs typeface="Sora"/>
              <a:sym typeface="Sora"/>
            </a:endParaRPr>
          </a:p>
          <a:p>
            <a:pPr marL="0" lvl="0" indent="0" algn="l" rtl="0">
              <a:lnSpc>
                <a:spcPct val="115000"/>
              </a:lnSpc>
              <a:spcBef>
                <a:spcPts val="0"/>
              </a:spcBef>
              <a:spcAft>
                <a:spcPts val="0"/>
              </a:spcAft>
              <a:buNone/>
            </a:pPr>
            <a:endParaRPr>
              <a:latin typeface="Sora"/>
              <a:ea typeface="Sora"/>
              <a:cs typeface="Sora"/>
              <a:sym typeface="Sora"/>
            </a:endParaRPr>
          </a:p>
        </p:txBody>
      </p:sp>
      <p:sp>
        <p:nvSpPr>
          <p:cNvPr id="1000" name="Google Shape;1000;p6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sp>
        <p:nvSpPr>
          <p:cNvPr id="1001" name="Google Shape;1001;p65"/>
          <p:cNvSpPr txBox="1">
            <a:spLocks noGrp="1"/>
          </p:cNvSpPr>
          <p:nvPr>
            <p:ph type="title" idx="2"/>
          </p:nvPr>
        </p:nvSpPr>
        <p:spPr>
          <a:xfrm>
            <a:off x="115025" y="502775"/>
            <a:ext cx="5400000" cy="68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Project Overview</a:t>
            </a:r>
            <a:endParaRPr/>
          </a:p>
        </p:txBody>
      </p:sp>
      <p:sp>
        <p:nvSpPr>
          <p:cNvPr id="1002" name="Google Shape;1002;p65"/>
          <p:cNvSpPr txBox="1">
            <a:spLocks noGrp="1"/>
          </p:cNvSpPr>
          <p:nvPr>
            <p:ph type="subTitle" idx="3"/>
          </p:nvPr>
        </p:nvSpPr>
        <p:spPr>
          <a:xfrm>
            <a:off x="906350" y="1801500"/>
            <a:ext cx="1773000" cy="133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Simulates MIP instruction execution</a:t>
            </a:r>
            <a:endParaRPr sz="1700"/>
          </a:p>
        </p:txBody>
      </p:sp>
      <p:sp>
        <p:nvSpPr>
          <p:cNvPr id="1003" name="Google Shape;1003;p65"/>
          <p:cNvSpPr txBox="1">
            <a:spLocks noGrp="1"/>
          </p:cNvSpPr>
          <p:nvPr>
            <p:ph type="subTitle" idx="4"/>
          </p:nvPr>
        </p:nvSpPr>
        <p:spPr>
          <a:xfrm>
            <a:off x="3289997" y="1801500"/>
            <a:ext cx="1705500" cy="11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Model CPU components</a:t>
            </a:r>
            <a:endParaRPr sz="1700"/>
          </a:p>
        </p:txBody>
      </p:sp>
      <p:sp>
        <p:nvSpPr>
          <p:cNvPr id="1004" name="Google Shape;1004;p65"/>
          <p:cNvSpPr txBox="1">
            <a:spLocks noGrp="1"/>
          </p:cNvSpPr>
          <p:nvPr>
            <p:ph type="subTitle" idx="5"/>
          </p:nvPr>
        </p:nvSpPr>
        <p:spPr>
          <a:xfrm>
            <a:off x="5606140" y="1726304"/>
            <a:ext cx="2214300" cy="11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700"/>
              <a:t>Show step-by-step processing</a:t>
            </a:r>
            <a:endParaRPr sz="1700"/>
          </a:p>
        </p:txBody>
      </p:sp>
      <p:sp>
        <p:nvSpPr>
          <p:cNvPr id="1005" name="Google Shape;1005;p65"/>
          <p:cNvSpPr txBox="1"/>
          <p:nvPr/>
        </p:nvSpPr>
        <p:spPr>
          <a:xfrm>
            <a:off x="601575" y="3203400"/>
            <a:ext cx="7835700" cy="119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rgbClr val="741B47"/>
                </a:solidFill>
                <a:latin typeface="Sora"/>
                <a:ea typeface="Sora"/>
                <a:cs typeface="Sora"/>
                <a:sym typeface="Sora"/>
              </a:rPr>
              <a:t>[Input Instructions]</a:t>
            </a:r>
            <a:r>
              <a:rPr lang="en" sz="1800">
                <a:solidFill>
                  <a:schemeClr val="lt1"/>
                </a:solidFill>
                <a:latin typeface="Sora"/>
                <a:ea typeface="Sora"/>
                <a:cs typeface="Sora"/>
                <a:sym typeface="Sora"/>
              </a:rPr>
              <a:t> → </a:t>
            </a:r>
            <a:r>
              <a:rPr lang="en" sz="1800">
                <a:solidFill>
                  <a:srgbClr val="0000FF"/>
                </a:solidFill>
                <a:latin typeface="Sora"/>
                <a:ea typeface="Sora"/>
                <a:cs typeface="Sora"/>
                <a:sym typeface="Sora"/>
              </a:rPr>
              <a:t>[Simulator]</a:t>
            </a:r>
            <a:r>
              <a:rPr lang="en" sz="1800">
                <a:solidFill>
                  <a:schemeClr val="lt1"/>
                </a:solidFill>
                <a:latin typeface="Sora"/>
                <a:ea typeface="Sora"/>
                <a:cs typeface="Sora"/>
                <a:sym typeface="Sora"/>
              </a:rPr>
              <a:t> → </a:t>
            </a:r>
            <a:r>
              <a:rPr lang="en" sz="1800">
                <a:solidFill>
                  <a:srgbClr val="6AA84F"/>
                </a:solidFill>
                <a:latin typeface="Sora"/>
                <a:ea typeface="Sora"/>
                <a:cs typeface="Sora"/>
                <a:sym typeface="Sora"/>
              </a:rPr>
              <a:t>[Registers + Memory Output]</a:t>
            </a:r>
            <a:endParaRPr sz="1800">
              <a:solidFill>
                <a:srgbClr val="6AA84F"/>
              </a:solidFill>
              <a:latin typeface="Sora"/>
              <a:ea typeface="Sora"/>
              <a:cs typeface="Sora"/>
              <a:sym typeface="Sor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p66"/>
          <p:cNvSpPr txBox="1">
            <a:spLocks noGrp="1"/>
          </p:cNvSpPr>
          <p:nvPr>
            <p:ph type="title" idx="9"/>
          </p:nvPr>
        </p:nvSpPr>
        <p:spPr>
          <a:xfrm>
            <a:off x="182100" y="1801500"/>
            <a:ext cx="3833400" cy="2851200"/>
          </a:xfrm>
          <a:prstGeom prst="rect">
            <a:avLst/>
          </a:prstGeom>
        </p:spPr>
        <p:txBody>
          <a:bodyPr spcFirstLastPara="1" wrap="square" lIns="0" tIns="91425" rIns="0" bIns="91425" anchor="t" anchorCtr="0">
            <a:noAutofit/>
          </a:bodyPr>
          <a:lstStyle/>
          <a:p>
            <a:pPr marL="457200" lvl="0" indent="-330200" algn="l" rtl="0">
              <a:spcBef>
                <a:spcPts val="0"/>
              </a:spcBef>
              <a:spcAft>
                <a:spcPts val="0"/>
              </a:spcAft>
              <a:buSzPts val="1600"/>
              <a:buChar char="★"/>
            </a:pPr>
            <a:r>
              <a:rPr lang="en" sz="1600"/>
              <a:t>INSTRUCTION MEMORY</a:t>
            </a:r>
            <a:endParaRPr sz="1600"/>
          </a:p>
          <a:p>
            <a:pPr marL="457200" lvl="0" indent="-330200" algn="l" rtl="0">
              <a:spcBef>
                <a:spcPts val="0"/>
              </a:spcBef>
              <a:spcAft>
                <a:spcPts val="0"/>
              </a:spcAft>
              <a:buSzPts val="1600"/>
              <a:buChar char="★"/>
            </a:pPr>
            <a:r>
              <a:rPr lang="en" sz="1600"/>
              <a:t>CONTROL</a:t>
            </a:r>
            <a:endParaRPr sz="1600"/>
          </a:p>
          <a:p>
            <a:pPr marL="457200" lvl="0" indent="-330200" algn="l" rtl="0">
              <a:spcBef>
                <a:spcPts val="0"/>
              </a:spcBef>
              <a:spcAft>
                <a:spcPts val="0"/>
              </a:spcAft>
              <a:buSzPts val="1600"/>
              <a:buChar char="★"/>
            </a:pPr>
            <a:r>
              <a:rPr lang="en" sz="1600"/>
              <a:t>DECODER</a:t>
            </a:r>
            <a:endParaRPr sz="1600"/>
          </a:p>
          <a:p>
            <a:pPr marL="457200" lvl="0" indent="-330200" algn="l" rtl="0">
              <a:spcBef>
                <a:spcPts val="0"/>
              </a:spcBef>
              <a:spcAft>
                <a:spcPts val="0"/>
              </a:spcAft>
              <a:buSzPts val="1600"/>
              <a:buChar char="★"/>
            </a:pPr>
            <a:r>
              <a:rPr lang="en" sz="1600"/>
              <a:t>ALU</a:t>
            </a:r>
            <a:endParaRPr sz="1600"/>
          </a:p>
          <a:p>
            <a:pPr marL="457200" lvl="0" indent="-330200" algn="l" rtl="0">
              <a:spcBef>
                <a:spcPts val="0"/>
              </a:spcBef>
              <a:spcAft>
                <a:spcPts val="0"/>
              </a:spcAft>
              <a:buSzPts val="1600"/>
              <a:buChar char="★"/>
            </a:pPr>
            <a:r>
              <a:rPr lang="en" sz="1600"/>
              <a:t>PIPELINE</a:t>
            </a:r>
            <a:endParaRPr sz="1600"/>
          </a:p>
          <a:p>
            <a:pPr marL="457200" lvl="0" indent="-330200" algn="l" rtl="0">
              <a:spcBef>
                <a:spcPts val="0"/>
              </a:spcBef>
              <a:spcAft>
                <a:spcPts val="0"/>
              </a:spcAft>
              <a:buSzPts val="1600"/>
              <a:buChar char="★"/>
            </a:pPr>
            <a:r>
              <a:rPr lang="en" sz="1600"/>
              <a:t>REGISTER FILE</a:t>
            </a:r>
            <a:endParaRPr sz="1600"/>
          </a:p>
          <a:p>
            <a:pPr marL="457200" lvl="0" indent="-330200" algn="l" rtl="0">
              <a:spcBef>
                <a:spcPts val="0"/>
              </a:spcBef>
              <a:spcAft>
                <a:spcPts val="0"/>
              </a:spcAft>
              <a:buSzPts val="1600"/>
              <a:buChar char="★"/>
            </a:pPr>
            <a:r>
              <a:rPr lang="en" sz="1600"/>
              <a:t>STAGES</a:t>
            </a:r>
            <a:endParaRPr sz="1600"/>
          </a:p>
          <a:p>
            <a:pPr marL="457200" lvl="0" indent="-330200" algn="l" rtl="0">
              <a:spcBef>
                <a:spcPts val="0"/>
              </a:spcBef>
              <a:spcAft>
                <a:spcPts val="0"/>
              </a:spcAft>
              <a:buSzPts val="1600"/>
              <a:buChar char="★"/>
            </a:pPr>
            <a:r>
              <a:rPr lang="en" sz="1600"/>
              <a:t>DATA MEMORY</a:t>
            </a:r>
            <a:endParaRPr sz="1600"/>
          </a:p>
          <a:p>
            <a:pPr marL="457200" lvl="0" indent="-330200" algn="l" rtl="0">
              <a:spcBef>
                <a:spcPts val="0"/>
              </a:spcBef>
              <a:spcAft>
                <a:spcPts val="0"/>
              </a:spcAft>
              <a:buSzPts val="1600"/>
              <a:buChar char="★"/>
            </a:pPr>
            <a:r>
              <a:rPr lang="en" sz="1600"/>
              <a:t>OUTPUT</a:t>
            </a:r>
            <a:endParaRPr sz="1600"/>
          </a:p>
          <a:p>
            <a:pPr marL="0" lvl="0" indent="0" algn="l" rtl="0">
              <a:spcBef>
                <a:spcPts val="0"/>
              </a:spcBef>
              <a:spcAft>
                <a:spcPts val="0"/>
              </a:spcAft>
              <a:buNone/>
            </a:pPr>
            <a:endParaRPr sz="1600"/>
          </a:p>
        </p:txBody>
      </p:sp>
      <p:sp>
        <p:nvSpPr>
          <p:cNvPr id="1011" name="Google Shape;1011;p6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dk1"/>
                </a:solidFill>
                <a:latin typeface="Sora"/>
                <a:ea typeface="Sora"/>
                <a:cs typeface="Sora"/>
                <a:sym typeface="Sora"/>
              </a:rPr>
              <a:t>4</a:t>
            </a:fld>
            <a:endParaRPr>
              <a:solidFill>
                <a:schemeClr val="dk1"/>
              </a:solidFill>
              <a:latin typeface="Sora"/>
              <a:ea typeface="Sora"/>
              <a:cs typeface="Sora"/>
              <a:sym typeface="Sora"/>
            </a:endParaRPr>
          </a:p>
        </p:txBody>
      </p:sp>
      <p:sp>
        <p:nvSpPr>
          <p:cNvPr id="1012" name="Google Shape;1012;p66"/>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Sora"/>
                <a:ea typeface="Sora"/>
                <a:cs typeface="Sora"/>
                <a:sym typeface="Sora"/>
              </a:rPr>
              <a:t>CS 3339 - Group 7</a:t>
            </a:r>
            <a:endParaRPr sz="1200">
              <a:solidFill>
                <a:schemeClr val="dk1"/>
              </a:solidFill>
              <a:latin typeface="Sora"/>
              <a:ea typeface="Sora"/>
              <a:cs typeface="Sora"/>
              <a:sym typeface="Sora"/>
            </a:endParaRPr>
          </a:p>
          <a:p>
            <a:pPr marL="0" lvl="0" indent="0" algn="l" rtl="0">
              <a:lnSpc>
                <a:spcPct val="115000"/>
              </a:lnSpc>
              <a:spcBef>
                <a:spcPts val="0"/>
              </a:spcBef>
              <a:spcAft>
                <a:spcPts val="0"/>
              </a:spcAft>
              <a:buNone/>
            </a:pPr>
            <a:endParaRPr sz="1200">
              <a:solidFill>
                <a:schemeClr val="dk1"/>
              </a:solidFill>
              <a:latin typeface="Sora"/>
              <a:ea typeface="Sora"/>
              <a:cs typeface="Sora"/>
              <a:sym typeface="Sora"/>
            </a:endParaRPr>
          </a:p>
        </p:txBody>
      </p:sp>
      <p:sp>
        <p:nvSpPr>
          <p:cNvPr id="1013" name="Google Shape;1013;p66"/>
          <p:cNvSpPr txBox="1">
            <a:spLocks noGrp="1"/>
          </p:cNvSpPr>
          <p:nvPr>
            <p:ph type="title" idx="16"/>
          </p:nvPr>
        </p:nvSpPr>
        <p:spPr>
          <a:xfrm>
            <a:off x="93381" y="502775"/>
            <a:ext cx="7178100" cy="68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System Components</a:t>
            </a:r>
            <a:endParaRPr/>
          </a:p>
        </p:txBody>
      </p:sp>
      <p:sp>
        <p:nvSpPr>
          <p:cNvPr id="1014" name="Google Shape;1014;p66"/>
          <p:cNvSpPr txBox="1"/>
          <p:nvPr/>
        </p:nvSpPr>
        <p:spPr>
          <a:xfrm>
            <a:off x="4651750" y="265825"/>
            <a:ext cx="4053600" cy="464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Sora"/>
                <a:ea typeface="Sora"/>
                <a:cs typeface="Sora"/>
                <a:sym typeface="Sora"/>
              </a:rPr>
              <a:t>Some examples of how our system would work:</a:t>
            </a:r>
            <a:endParaRPr sz="1200">
              <a:solidFill>
                <a:schemeClr val="dk1"/>
              </a:solidFill>
              <a:latin typeface="Sora"/>
              <a:ea typeface="Sora"/>
              <a:cs typeface="Sora"/>
              <a:sym typeface="Sora"/>
            </a:endParaRPr>
          </a:p>
          <a:p>
            <a:pPr marL="0" lvl="0" indent="0" algn="l" rtl="0">
              <a:spcBef>
                <a:spcPts val="0"/>
              </a:spcBef>
              <a:spcAft>
                <a:spcPts val="0"/>
              </a:spcAft>
              <a:buNone/>
            </a:pP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(ADD $t3, $t0, $t1)</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PC → Instruction Memory</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Decode (ADD)</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Register File → Read $t0=10, $t1=5</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ALU → 10 + 5 = 15</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Register File → Write $t3 = 15</a:t>
            </a:r>
            <a:endParaRPr sz="1200">
              <a:solidFill>
                <a:schemeClr val="dk1"/>
              </a:solidFill>
              <a:latin typeface="Sora"/>
              <a:ea typeface="Sora"/>
              <a:cs typeface="Sora"/>
              <a:sym typeface="Sora"/>
            </a:endParaRPr>
          </a:p>
          <a:p>
            <a:pPr marL="0" lvl="0" indent="0" algn="l" rtl="0">
              <a:spcBef>
                <a:spcPts val="0"/>
              </a:spcBef>
              <a:spcAft>
                <a:spcPts val="0"/>
              </a:spcAft>
              <a:buNone/>
            </a:pP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(SW $t3, 0($zero))</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PC → Instruction Memory</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Decode (SW)</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Register File → Read $t3=15, $zero=0</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ALU → Address = 0 + 0 = 0</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a:t>
            </a:r>
            <a:endParaRPr sz="1200">
              <a:solidFill>
                <a:schemeClr val="dk1"/>
              </a:solidFill>
              <a:latin typeface="Sora"/>
              <a:ea typeface="Sora"/>
              <a:cs typeface="Sora"/>
              <a:sym typeface="Sora"/>
            </a:endParaRPr>
          </a:p>
          <a:p>
            <a:pPr marL="0" lvl="0" indent="0" algn="l" rtl="0">
              <a:spcBef>
                <a:spcPts val="0"/>
              </a:spcBef>
              <a:spcAft>
                <a:spcPts val="0"/>
              </a:spcAft>
              <a:buNone/>
            </a:pPr>
            <a:r>
              <a:rPr lang="en" sz="1200">
                <a:solidFill>
                  <a:schemeClr val="dk1"/>
                </a:solidFill>
                <a:latin typeface="Sora"/>
                <a:ea typeface="Sora"/>
                <a:cs typeface="Sora"/>
                <a:sym typeface="Sora"/>
              </a:rPr>
              <a:t>   Data Memory → Store 15 at address 0</a:t>
            </a:r>
            <a:endParaRPr sz="1200">
              <a:solidFill>
                <a:schemeClr val="dk1"/>
              </a:solidFill>
              <a:latin typeface="Sora"/>
              <a:ea typeface="Sora"/>
              <a:cs typeface="Sora"/>
              <a:sym typeface="Sora"/>
            </a:endParaRPr>
          </a:p>
          <a:p>
            <a:pPr marL="0" lvl="0" indent="0" algn="l" rtl="0">
              <a:spcBef>
                <a:spcPts val="0"/>
              </a:spcBef>
              <a:spcAft>
                <a:spcPts val="0"/>
              </a:spcAft>
              <a:buNone/>
            </a:pPr>
            <a:endParaRPr sz="1200">
              <a:solidFill>
                <a:schemeClr val="dk1"/>
              </a:solidFill>
              <a:latin typeface="Sora"/>
              <a:ea typeface="Sora"/>
              <a:cs typeface="Sora"/>
              <a:sym typeface="Sora"/>
            </a:endParaRPr>
          </a:p>
          <a:p>
            <a:pPr marL="0" lvl="0" indent="0" algn="l" rtl="0">
              <a:spcBef>
                <a:spcPts val="0"/>
              </a:spcBef>
              <a:spcAft>
                <a:spcPts val="0"/>
              </a:spcAft>
              <a:buNone/>
            </a:pPr>
            <a:endParaRPr sz="1200">
              <a:solidFill>
                <a:schemeClr val="dk1"/>
              </a:solidFill>
              <a:latin typeface="Sora"/>
              <a:ea typeface="Sora"/>
              <a:cs typeface="Sora"/>
              <a:sym typeface="Sor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8"/>
        <p:cNvGrpSpPr/>
        <p:nvPr/>
      </p:nvGrpSpPr>
      <p:grpSpPr>
        <a:xfrm>
          <a:off x="0" y="0"/>
          <a:ext cx="0" cy="0"/>
          <a:chOff x="0" y="0"/>
          <a:chExt cx="0" cy="0"/>
        </a:xfrm>
      </p:grpSpPr>
      <p:sp>
        <p:nvSpPr>
          <p:cNvPr id="1019" name="Google Shape;1019;p67"/>
          <p:cNvSpPr txBox="1">
            <a:spLocks noGrp="1"/>
          </p:cNvSpPr>
          <p:nvPr>
            <p:ph type="title"/>
          </p:nvPr>
        </p:nvSpPr>
        <p:spPr>
          <a:xfrm>
            <a:off x="1865850" y="282450"/>
            <a:ext cx="6383700" cy="883500"/>
          </a:xfrm>
          <a:prstGeom prst="rect">
            <a:avLst/>
          </a:prstGeom>
        </p:spPr>
        <p:txBody>
          <a:bodyPr spcFirstLastPara="1" wrap="square" lIns="182875" tIns="91425" rIns="91425" bIns="91425" anchor="t" anchorCtr="0">
            <a:noAutofit/>
          </a:bodyPr>
          <a:lstStyle/>
          <a:p>
            <a:pPr marL="0" lvl="0" indent="0" algn="l" rtl="0">
              <a:spcBef>
                <a:spcPts val="0"/>
              </a:spcBef>
              <a:spcAft>
                <a:spcPts val="0"/>
              </a:spcAft>
              <a:buNone/>
            </a:pPr>
            <a:r>
              <a:rPr lang="en" sz="2900"/>
              <a:t>Instruction Cycle</a:t>
            </a:r>
            <a:endParaRPr sz="3000"/>
          </a:p>
        </p:txBody>
      </p:sp>
      <p:sp>
        <p:nvSpPr>
          <p:cNvPr id="1020" name="Google Shape;1020;p67"/>
          <p:cNvSpPr txBox="1">
            <a:spLocks noGrp="1"/>
          </p:cNvSpPr>
          <p:nvPr>
            <p:ph type="title" idx="14"/>
          </p:nvPr>
        </p:nvSpPr>
        <p:spPr>
          <a:xfrm>
            <a:off x="2056184" y="1295475"/>
            <a:ext cx="1564500" cy="45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Decode</a:t>
            </a:r>
            <a:endParaRPr/>
          </a:p>
        </p:txBody>
      </p:sp>
      <p:sp>
        <p:nvSpPr>
          <p:cNvPr id="1021" name="Google Shape;1021;p67"/>
          <p:cNvSpPr txBox="1">
            <a:spLocks noGrp="1"/>
          </p:cNvSpPr>
          <p:nvPr>
            <p:ph type="title" idx="16"/>
          </p:nvPr>
        </p:nvSpPr>
        <p:spPr>
          <a:xfrm>
            <a:off x="3790984" y="1326675"/>
            <a:ext cx="15834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Execute</a:t>
            </a:r>
            <a:endParaRPr/>
          </a:p>
        </p:txBody>
      </p:sp>
      <p:sp>
        <p:nvSpPr>
          <p:cNvPr id="1022" name="Google Shape;1022;p67"/>
          <p:cNvSpPr txBox="1">
            <a:spLocks noGrp="1"/>
          </p:cNvSpPr>
          <p:nvPr>
            <p:ph type="title" idx="17"/>
          </p:nvPr>
        </p:nvSpPr>
        <p:spPr>
          <a:xfrm>
            <a:off x="302484" y="1306050"/>
            <a:ext cx="1583400" cy="35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Fetch</a:t>
            </a:r>
            <a:endParaRPr/>
          </a:p>
        </p:txBody>
      </p:sp>
      <p:sp>
        <p:nvSpPr>
          <p:cNvPr id="1023" name="Google Shape;1023;p6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dk1"/>
                </a:solidFill>
              </a:rPr>
              <a:t>5</a:t>
            </a:fld>
            <a:endParaRPr>
              <a:solidFill>
                <a:schemeClr val="dk1"/>
              </a:solidFill>
            </a:endParaRPr>
          </a:p>
        </p:txBody>
      </p:sp>
      <p:sp>
        <p:nvSpPr>
          <p:cNvPr id="1024" name="Google Shape;1024;p67"/>
          <p:cNvSpPr txBox="1">
            <a:spLocks noGrp="1"/>
          </p:cNvSpPr>
          <p:nvPr>
            <p:ph type="title" idx="16"/>
          </p:nvPr>
        </p:nvSpPr>
        <p:spPr>
          <a:xfrm>
            <a:off x="5544684" y="1326675"/>
            <a:ext cx="15834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Memory</a:t>
            </a:r>
            <a:endParaRPr/>
          </a:p>
        </p:txBody>
      </p:sp>
      <p:sp>
        <p:nvSpPr>
          <p:cNvPr id="1025" name="Google Shape;1025;p67"/>
          <p:cNvSpPr txBox="1">
            <a:spLocks noGrp="1"/>
          </p:cNvSpPr>
          <p:nvPr>
            <p:ph type="title" idx="16"/>
          </p:nvPr>
        </p:nvSpPr>
        <p:spPr>
          <a:xfrm>
            <a:off x="7298384" y="1326675"/>
            <a:ext cx="15834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Write Back</a:t>
            </a:r>
            <a:endParaRPr/>
          </a:p>
        </p:txBody>
      </p:sp>
      <p:sp>
        <p:nvSpPr>
          <p:cNvPr id="1026" name="Google Shape;1026;p67"/>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Sora"/>
                <a:ea typeface="Sora"/>
                <a:cs typeface="Sora"/>
                <a:sym typeface="Sora"/>
              </a:rPr>
              <a:t>CS 3339 - Group 7</a:t>
            </a:r>
            <a:endParaRPr sz="1200">
              <a:solidFill>
                <a:schemeClr val="dk1"/>
              </a:solidFill>
              <a:latin typeface="Sora"/>
              <a:ea typeface="Sora"/>
              <a:cs typeface="Sora"/>
              <a:sym typeface="Sora"/>
            </a:endParaRPr>
          </a:p>
          <a:p>
            <a:pPr marL="0" lvl="0" indent="0" algn="l" rtl="0">
              <a:lnSpc>
                <a:spcPct val="115000"/>
              </a:lnSpc>
              <a:spcBef>
                <a:spcPts val="0"/>
              </a:spcBef>
              <a:spcAft>
                <a:spcPts val="0"/>
              </a:spcAft>
              <a:buNone/>
            </a:pPr>
            <a:endParaRPr sz="1200">
              <a:solidFill>
                <a:schemeClr val="dk1"/>
              </a:solidFill>
              <a:latin typeface="Sora"/>
              <a:ea typeface="Sora"/>
              <a:cs typeface="Sora"/>
              <a:sym typeface="Sora"/>
            </a:endParaRPr>
          </a:p>
        </p:txBody>
      </p:sp>
      <p:sp>
        <p:nvSpPr>
          <p:cNvPr id="1027" name="Google Shape;1027;p67"/>
          <p:cNvSpPr txBox="1"/>
          <p:nvPr/>
        </p:nvSpPr>
        <p:spPr>
          <a:xfrm>
            <a:off x="3836700" y="4042200"/>
            <a:ext cx="4546050" cy="883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dk1"/>
                </a:solidFill>
                <a:latin typeface="Sora"/>
                <a:ea typeface="Sora"/>
                <a:cs typeface="Sora"/>
                <a:sym typeface="Sora"/>
              </a:rPr>
              <a:t> PC → Instruction Memory → Reg PC → Instruction Memory → Register File → ALU → Data Memory → Register File</a:t>
            </a:r>
            <a:endParaRPr dirty="0">
              <a:solidFill>
                <a:schemeClr val="dk1"/>
              </a:solidFill>
              <a:latin typeface="Sora"/>
              <a:ea typeface="Sora"/>
              <a:cs typeface="Sora"/>
              <a:sym typeface="Sora"/>
            </a:endParaRPr>
          </a:p>
        </p:txBody>
      </p:sp>
      <p:sp>
        <p:nvSpPr>
          <p:cNvPr id="1028" name="Google Shape;1028;p67"/>
          <p:cNvSpPr txBox="1">
            <a:spLocks noGrp="1"/>
          </p:cNvSpPr>
          <p:nvPr>
            <p:ph type="subTitle" idx="13"/>
          </p:nvPr>
        </p:nvSpPr>
        <p:spPr>
          <a:xfrm>
            <a:off x="311900" y="1763775"/>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stage_IF() </a:t>
            </a:r>
            <a:r>
              <a:rPr lang="en" sz="1000"/>
              <a:t>(Pipeline.py): </a:t>
            </a:r>
            <a:r>
              <a:rPr lang="en" sz="1000">
                <a:latin typeface="Sora ExtraLight"/>
                <a:ea typeface="Sora ExtraLight"/>
                <a:cs typeface="Sora ExtraLight"/>
                <a:sym typeface="Sora ExtraLight"/>
              </a:rPr>
              <a:t>fetches instruction list at PC and advances PC</a:t>
            </a:r>
            <a:endParaRPr sz="1000">
              <a:latin typeface="Sora Medium"/>
              <a:ea typeface="Sora Medium"/>
              <a:cs typeface="Sora Medium"/>
              <a:sym typeface="Sora Medium"/>
            </a:endParaRPr>
          </a:p>
          <a:p>
            <a:pPr marL="0" lvl="0" indent="0" algn="l" rtl="0">
              <a:spcBef>
                <a:spcPts val="0"/>
              </a:spcBef>
              <a:spcAft>
                <a:spcPts val="0"/>
              </a:spcAft>
              <a:buNone/>
            </a:pPr>
            <a:r>
              <a:rPr lang="en" b="1">
                <a:latin typeface="IBM Plex Sans"/>
                <a:ea typeface="IBM Plex Sans"/>
                <a:cs typeface="IBM Plex Sans"/>
                <a:sym typeface="IBM Plex Sans"/>
              </a:rPr>
              <a:t>IF_ID_Latch</a:t>
            </a:r>
            <a:r>
              <a:rPr lang="en"/>
              <a:t> </a:t>
            </a:r>
            <a:r>
              <a:rPr lang="en" sz="1000"/>
              <a:t>(Stages.py):</a:t>
            </a:r>
            <a:r>
              <a:rPr lang="en"/>
              <a:t> </a:t>
            </a:r>
            <a:r>
              <a:rPr lang="en" sz="1000">
                <a:latin typeface="Sora ExtraLight"/>
                <a:ea typeface="Sora ExtraLight"/>
                <a:cs typeface="Sora ExtraLight"/>
                <a:sym typeface="Sora ExtraLight"/>
              </a:rPr>
              <a:t>holds fetched instruction and PC until next cycle</a:t>
            </a:r>
            <a:endParaRPr/>
          </a:p>
          <a:p>
            <a:pPr marL="0" lvl="0" indent="0" algn="l" rtl="0">
              <a:spcBef>
                <a:spcPts val="0"/>
              </a:spcBef>
              <a:spcAft>
                <a:spcPts val="0"/>
              </a:spcAft>
              <a:buNone/>
            </a:pPr>
            <a:r>
              <a:rPr lang="en"/>
              <a:t>Instruction.py: </a:t>
            </a:r>
            <a:r>
              <a:rPr lang="en" sz="1000">
                <a:latin typeface="Sora ExtraLight"/>
                <a:ea typeface="Sora ExtraLight"/>
                <a:cs typeface="Sora ExtraLight"/>
                <a:sym typeface="Sora ExtraLight"/>
              </a:rPr>
              <a:t>provides Instruction objects and NOP used when the pipeline is empty</a:t>
            </a:r>
            <a:endParaRPr/>
          </a:p>
          <a:p>
            <a:pPr marL="0" lvl="0" indent="0" algn="l" rtl="0">
              <a:spcBef>
                <a:spcPts val="0"/>
              </a:spcBef>
              <a:spcAft>
                <a:spcPts val="0"/>
              </a:spcAft>
              <a:buNone/>
            </a:pPr>
            <a:endParaRPr/>
          </a:p>
        </p:txBody>
      </p:sp>
      <p:sp>
        <p:nvSpPr>
          <p:cNvPr id="1029" name="Google Shape;1029;p67"/>
          <p:cNvSpPr txBox="1">
            <a:spLocks noGrp="1"/>
          </p:cNvSpPr>
          <p:nvPr>
            <p:ph type="subTitle" idx="13"/>
          </p:nvPr>
        </p:nvSpPr>
        <p:spPr>
          <a:xfrm>
            <a:off x="2074300" y="1716963"/>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stage_ID() </a:t>
            </a:r>
            <a:r>
              <a:rPr lang="en" sz="1000"/>
              <a:t>(Pipeline.py): </a:t>
            </a:r>
            <a:r>
              <a:rPr lang="en" sz="1000">
                <a:latin typeface="Sora ExtraLight"/>
                <a:ea typeface="Sora ExtraLight"/>
                <a:cs typeface="Sora ExtraLight"/>
                <a:sym typeface="Sora ExtraLight"/>
              </a:rPr>
              <a:t>reads register values</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b="1">
                <a:latin typeface="IBM Plex Sans"/>
                <a:ea typeface="IBM Plex Sans"/>
                <a:cs typeface="IBM Plex Sans"/>
                <a:sym typeface="IBM Plex Sans"/>
              </a:rPr>
              <a:t>generate(opcode) </a:t>
            </a:r>
            <a:r>
              <a:rPr lang="en" sz="1000"/>
              <a:t>(Control.py):</a:t>
            </a:r>
            <a:r>
              <a:rPr lang="en" sz="1000">
                <a:latin typeface="Sora ExtraLight"/>
                <a:ea typeface="Sora ExtraLight"/>
                <a:cs typeface="Sora ExtraLight"/>
                <a:sym typeface="Sora ExtraLight"/>
              </a:rPr>
              <a:t> defines the behavior of an instruct</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a:t>RegisterFile.py: </a:t>
            </a:r>
            <a:r>
              <a:rPr lang="en" sz="1000">
                <a:latin typeface="Sora ExtraLight"/>
                <a:ea typeface="Sora ExtraLight"/>
                <a:cs typeface="Sora ExtraLight"/>
                <a:sym typeface="Sora ExtraLight"/>
              </a:rPr>
              <a:t>reads rs and rt vals</a:t>
            </a:r>
            <a:r>
              <a:rPr lang="en">
                <a:latin typeface="Sora Medium"/>
                <a:ea typeface="Sora Medium"/>
                <a:cs typeface="Sora Medium"/>
                <a:sym typeface="Sora Medium"/>
              </a:rPr>
              <a:t> </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b="1">
                <a:latin typeface="IBM Plex Sans"/>
                <a:ea typeface="IBM Plex Sans"/>
                <a:cs typeface="IBM Plex Sans"/>
                <a:sym typeface="IBM Plex Sans"/>
              </a:rPr>
              <a:t>IF_EX_Latch</a:t>
            </a:r>
            <a:r>
              <a:rPr lang="en" sz="1000"/>
              <a:t> (Stages.py): </a:t>
            </a:r>
            <a:r>
              <a:rPr lang="en" sz="1000">
                <a:latin typeface="Sora ExtraLight"/>
                <a:ea typeface="Sora ExtraLight"/>
                <a:cs typeface="Sora ExtraLight"/>
                <a:sym typeface="Sora ExtraLight"/>
              </a:rPr>
              <a:t>forwards register values</a:t>
            </a:r>
            <a:endParaRPr/>
          </a:p>
          <a:p>
            <a:pPr marL="0" lvl="0" indent="0" algn="l" rtl="0">
              <a:spcBef>
                <a:spcPts val="0"/>
              </a:spcBef>
              <a:spcAft>
                <a:spcPts val="0"/>
              </a:spcAft>
              <a:buNone/>
            </a:pPr>
            <a:r>
              <a:rPr lang="en"/>
              <a:t>Decoder.py: </a:t>
            </a:r>
            <a:r>
              <a:rPr lang="en" sz="1000">
                <a:latin typeface="Sora ExtraLight"/>
                <a:ea typeface="Sora ExtraLight"/>
                <a:cs typeface="Sora ExtraLight"/>
                <a:sym typeface="Sora ExtraLight"/>
              </a:rPr>
              <a:t>extracts opcode, register numbers, imms, and targets from asm file</a:t>
            </a:r>
            <a:endParaRPr/>
          </a:p>
          <a:p>
            <a:pPr marL="0" lvl="0" indent="0" algn="l" rtl="0">
              <a:spcBef>
                <a:spcPts val="0"/>
              </a:spcBef>
              <a:spcAft>
                <a:spcPts val="0"/>
              </a:spcAft>
              <a:buNone/>
            </a:pPr>
            <a:endParaRPr/>
          </a:p>
        </p:txBody>
      </p:sp>
      <p:sp>
        <p:nvSpPr>
          <p:cNvPr id="1030" name="Google Shape;1030;p67"/>
          <p:cNvSpPr txBox="1">
            <a:spLocks noGrp="1"/>
          </p:cNvSpPr>
          <p:nvPr>
            <p:ph type="subTitle" idx="13"/>
          </p:nvPr>
        </p:nvSpPr>
        <p:spPr>
          <a:xfrm>
            <a:off x="3836700" y="1807088"/>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stage_EX() </a:t>
            </a:r>
            <a:r>
              <a:rPr lang="en" sz="1000"/>
              <a:t>(Pipeline.py): </a:t>
            </a:r>
            <a:r>
              <a:rPr lang="en" sz="1000">
                <a:latin typeface="Sora ExtraLight"/>
                <a:ea typeface="Sora ExtraLight"/>
                <a:cs typeface="Sora ExtraLight"/>
                <a:sym typeface="Sora ExtraLight"/>
              </a:rPr>
              <a:t>selects operands, invokes ALU</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a:t>ALU.py:</a:t>
            </a:r>
            <a:r>
              <a:rPr lang="en" sz="1000"/>
              <a:t> </a:t>
            </a:r>
            <a:r>
              <a:rPr lang="en" sz="1000">
                <a:latin typeface="Sora ExtraLight"/>
                <a:ea typeface="Sora ExtraLight"/>
                <a:cs typeface="Sora ExtraLight"/>
                <a:sym typeface="Sora ExtraLight"/>
              </a:rPr>
              <a:t>performs logical operations</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b="1">
                <a:latin typeface="IBM Plex Sans"/>
                <a:ea typeface="IBM Plex Sans"/>
                <a:cs typeface="IBM Plex Sans"/>
                <a:sym typeface="IBM Plex Sans"/>
              </a:rPr>
              <a:t>IF_MEM_Latch</a:t>
            </a:r>
            <a:r>
              <a:rPr lang="en" sz="1000"/>
              <a:t> (Stages.py): </a:t>
            </a:r>
            <a:r>
              <a:rPr lang="en" sz="1000">
                <a:latin typeface="Sora ExtraLight"/>
                <a:ea typeface="Sora ExtraLight"/>
                <a:cs typeface="Sora ExtraLight"/>
                <a:sym typeface="Sora ExtraLight"/>
              </a:rPr>
              <a:t>forwards ALU result, reg_rt (for SW use), and zero flag</a:t>
            </a:r>
            <a:endParaRPr b="1">
              <a:latin typeface="IBM Plex Sans"/>
              <a:ea typeface="IBM Plex Sans"/>
              <a:cs typeface="IBM Plex Sans"/>
              <a:sym typeface="IBM Plex Sans"/>
            </a:endParaRPr>
          </a:p>
          <a:p>
            <a:pPr marL="0" lvl="0" indent="0" algn="l" rtl="0">
              <a:spcBef>
                <a:spcPts val="0"/>
              </a:spcBef>
              <a:spcAft>
                <a:spcPts val="0"/>
              </a:spcAft>
              <a:buNone/>
            </a:pPr>
            <a:endParaRPr/>
          </a:p>
        </p:txBody>
      </p:sp>
      <p:sp>
        <p:nvSpPr>
          <p:cNvPr id="1031" name="Google Shape;1031;p67"/>
          <p:cNvSpPr txBox="1">
            <a:spLocks noGrp="1"/>
          </p:cNvSpPr>
          <p:nvPr>
            <p:ph type="subTitle" idx="13"/>
          </p:nvPr>
        </p:nvSpPr>
        <p:spPr>
          <a:xfrm>
            <a:off x="5554125" y="1807088"/>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stage_MEM() </a:t>
            </a:r>
            <a:r>
              <a:rPr lang="en" sz="1000"/>
              <a:t>(Pipeline.py): </a:t>
            </a:r>
            <a:r>
              <a:rPr lang="en" sz="1000">
                <a:latin typeface="Sora ExtraLight"/>
                <a:ea typeface="Sora ExtraLight"/>
                <a:cs typeface="Sora ExtraLight"/>
                <a:sym typeface="Sora ExtraLight"/>
              </a:rPr>
              <a:t>directs read, write, and PC operations</a:t>
            </a:r>
            <a:endParaRPr/>
          </a:p>
          <a:p>
            <a:pPr marL="0" lvl="0" indent="0" algn="l" rtl="0">
              <a:spcBef>
                <a:spcPts val="0"/>
              </a:spcBef>
              <a:spcAft>
                <a:spcPts val="0"/>
              </a:spcAft>
              <a:buNone/>
            </a:pPr>
            <a:r>
              <a:rPr lang="en"/>
              <a:t>Memory.py: </a:t>
            </a:r>
            <a:r>
              <a:rPr lang="en" sz="1000">
                <a:latin typeface="Sora ExtraLight"/>
                <a:ea typeface="Sora ExtraLight"/>
                <a:cs typeface="Sora ExtraLight"/>
                <a:sym typeface="Sora ExtraLight"/>
              </a:rPr>
              <a:t>models data memory of MIPS</a:t>
            </a:r>
            <a:endParaRPr sz="1000">
              <a:latin typeface="Sora ExtraLight"/>
              <a:ea typeface="Sora ExtraLight"/>
              <a:cs typeface="Sora ExtraLight"/>
              <a:sym typeface="Sora ExtraLight"/>
            </a:endParaRPr>
          </a:p>
          <a:p>
            <a:pPr marL="0" lvl="0" indent="0" algn="l" rtl="0">
              <a:spcBef>
                <a:spcPts val="0"/>
              </a:spcBef>
              <a:spcAft>
                <a:spcPts val="0"/>
              </a:spcAft>
              <a:buNone/>
            </a:pPr>
            <a:r>
              <a:rPr lang="en" b="1">
                <a:latin typeface="IBM Plex Sans"/>
                <a:ea typeface="IBM Plex Sans"/>
                <a:cs typeface="IBM Plex Sans"/>
                <a:sym typeface="IBM Plex Sans"/>
              </a:rPr>
              <a:t>IF_WB_Latch</a:t>
            </a:r>
            <a:r>
              <a:rPr lang="en" sz="1000"/>
              <a:t> (Stages.py): </a:t>
            </a:r>
            <a:r>
              <a:rPr lang="en" sz="1000">
                <a:latin typeface="Sora ExtraLight"/>
                <a:ea typeface="Sora ExtraLight"/>
                <a:cs typeface="Sora ExtraLight"/>
                <a:sym typeface="Sora ExtraLight"/>
              </a:rPr>
              <a:t>forwards ALU result and loaded memory values</a:t>
            </a:r>
            <a:endParaRPr b="1">
              <a:latin typeface="IBM Plex Sans"/>
              <a:ea typeface="IBM Plex Sans"/>
              <a:cs typeface="IBM Plex Sans"/>
              <a:sym typeface="IBM Plex Sans"/>
            </a:endParaRPr>
          </a:p>
          <a:p>
            <a:pPr marL="0" lvl="0" indent="0" algn="l" rtl="0">
              <a:spcBef>
                <a:spcPts val="0"/>
              </a:spcBef>
              <a:spcAft>
                <a:spcPts val="0"/>
              </a:spcAft>
              <a:buNone/>
            </a:pPr>
            <a:endParaRPr sz="1000">
              <a:latin typeface="Sora ExtraLight"/>
              <a:ea typeface="Sora ExtraLight"/>
              <a:cs typeface="Sora ExtraLight"/>
              <a:sym typeface="Sora ExtraLight"/>
            </a:endParaRPr>
          </a:p>
        </p:txBody>
      </p:sp>
      <p:sp>
        <p:nvSpPr>
          <p:cNvPr id="1032" name="Google Shape;1032;p67"/>
          <p:cNvSpPr txBox="1">
            <a:spLocks noGrp="1"/>
          </p:cNvSpPr>
          <p:nvPr>
            <p:ph type="subTitle" idx="13"/>
          </p:nvPr>
        </p:nvSpPr>
        <p:spPr>
          <a:xfrm>
            <a:off x="7271550" y="1807088"/>
            <a:ext cx="1564500" cy="25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latin typeface="IBM Plex Sans"/>
                <a:ea typeface="IBM Plex Sans"/>
                <a:cs typeface="IBM Plex Sans"/>
                <a:sym typeface="IBM Plex Sans"/>
              </a:rPr>
              <a:t>stage_WB() </a:t>
            </a:r>
            <a:r>
              <a:rPr lang="en" sz="1000"/>
              <a:t>(Pipeline.py): </a:t>
            </a:r>
            <a:r>
              <a:rPr lang="en" sz="1000">
                <a:latin typeface="Sora ExtraLight"/>
                <a:ea typeface="Sora ExtraLight"/>
                <a:cs typeface="Sora ExtraLight"/>
                <a:sym typeface="Sora ExtraLight"/>
              </a:rPr>
              <a:t>selects write destination then commits to the register file</a:t>
            </a:r>
            <a:endParaRPr/>
          </a:p>
          <a:p>
            <a:pPr marL="0" lvl="0" indent="0" algn="l" rtl="0">
              <a:spcBef>
                <a:spcPts val="0"/>
              </a:spcBef>
              <a:spcAft>
                <a:spcPts val="0"/>
              </a:spcAft>
              <a:buNone/>
            </a:pPr>
            <a:r>
              <a:rPr lang="en"/>
              <a:t>RegisterFile.py: </a:t>
            </a:r>
            <a:r>
              <a:rPr lang="en" sz="1000">
                <a:latin typeface="Sora ExtraLight"/>
                <a:ea typeface="Sora ExtraLight"/>
                <a:cs typeface="Sora ExtraLight"/>
                <a:sym typeface="Sora ExtraLight"/>
              </a:rPr>
              <a:t>receives written values</a:t>
            </a:r>
            <a:endParaRPr b="1">
              <a:latin typeface="IBM Plex Sans"/>
              <a:ea typeface="IBM Plex Sans"/>
              <a:cs typeface="IBM Plex Sans"/>
              <a:sym typeface="IBM Plex Sans"/>
            </a:endParaRPr>
          </a:p>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p68"/>
          <p:cNvSpPr txBox="1">
            <a:spLocks noGrp="1"/>
          </p:cNvSpPr>
          <p:nvPr>
            <p:ph type="title" idx="13"/>
          </p:nvPr>
        </p:nvSpPr>
        <p:spPr>
          <a:xfrm>
            <a:off x="115025" y="352380"/>
            <a:ext cx="5193900" cy="68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Instruction Formats</a:t>
            </a:r>
            <a:endParaRPr/>
          </a:p>
        </p:txBody>
      </p:sp>
      <p:sp>
        <p:nvSpPr>
          <p:cNvPr id="1038" name="Google Shape;1038;p68"/>
          <p:cNvSpPr txBox="1">
            <a:spLocks noGrp="1"/>
          </p:cNvSpPr>
          <p:nvPr>
            <p:ph type="body" idx="1"/>
          </p:nvPr>
        </p:nvSpPr>
        <p:spPr>
          <a:xfrm>
            <a:off x="3766461" y="1340378"/>
            <a:ext cx="3021300" cy="8250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300"/>
              <a:t>Opcode | rs | rt | rd | shamt | funct</a:t>
            </a:r>
            <a:endParaRPr sz="1300"/>
          </a:p>
        </p:txBody>
      </p:sp>
      <p:sp>
        <p:nvSpPr>
          <p:cNvPr id="1039" name="Google Shape;1039;p68"/>
          <p:cNvSpPr txBox="1">
            <a:spLocks noGrp="1"/>
          </p:cNvSpPr>
          <p:nvPr>
            <p:ph type="body" idx="2"/>
          </p:nvPr>
        </p:nvSpPr>
        <p:spPr>
          <a:xfrm>
            <a:off x="3766461" y="2325441"/>
            <a:ext cx="3021300" cy="8142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300"/>
              <a:t>Opcode | rs | rt | immediate</a:t>
            </a:r>
            <a:endParaRPr sz="1300"/>
          </a:p>
        </p:txBody>
      </p:sp>
      <p:sp>
        <p:nvSpPr>
          <p:cNvPr id="1040" name="Google Shape;1040;p68"/>
          <p:cNvSpPr txBox="1">
            <a:spLocks noGrp="1"/>
          </p:cNvSpPr>
          <p:nvPr>
            <p:ph type="body" idx="5"/>
          </p:nvPr>
        </p:nvSpPr>
        <p:spPr>
          <a:xfrm>
            <a:off x="3766461" y="3176816"/>
            <a:ext cx="3021300" cy="8361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300"/>
              <a:t>Opcode | address</a:t>
            </a:r>
            <a:endParaRPr sz="1300"/>
          </a:p>
        </p:txBody>
      </p:sp>
      <p:sp>
        <p:nvSpPr>
          <p:cNvPr id="1041" name="Google Shape;1041;p68"/>
          <p:cNvSpPr txBox="1">
            <a:spLocks noGrp="1"/>
          </p:cNvSpPr>
          <p:nvPr>
            <p:ph type="title" idx="9"/>
          </p:nvPr>
        </p:nvSpPr>
        <p:spPr>
          <a:xfrm>
            <a:off x="510136" y="1177591"/>
            <a:ext cx="1408800" cy="361200"/>
          </a:xfrm>
          <a:prstGeom prst="rect">
            <a:avLst/>
          </a:prstGeom>
        </p:spPr>
        <p:txBody>
          <a:bodyPr spcFirstLastPara="1" wrap="square" lIns="0" tIns="0" rIns="91425" bIns="91425" anchor="t" anchorCtr="0">
            <a:noAutofit/>
          </a:bodyPr>
          <a:lstStyle/>
          <a:p>
            <a:pPr marL="0" lvl="0" indent="0" algn="r" rtl="0">
              <a:spcBef>
                <a:spcPts val="0"/>
              </a:spcBef>
              <a:spcAft>
                <a:spcPts val="0"/>
              </a:spcAft>
              <a:buNone/>
            </a:pPr>
            <a:r>
              <a:rPr lang="en" sz="1700"/>
              <a:t>R-Type</a:t>
            </a:r>
            <a:endParaRPr sz="1700"/>
          </a:p>
        </p:txBody>
      </p:sp>
      <p:sp>
        <p:nvSpPr>
          <p:cNvPr id="1042" name="Google Shape;1042;p6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latin typeface="Sora Light"/>
                <a:ea typeface="Sora Light"/>
                <a:cs typeface="Sora Light"/>
                <a:sym typeface="Sora Light"/>
              </a:rPr>
              <a:t>6</a:t>
            </a:fld>
            <a:endParaRPr>
              <a:latin typeface="Sora Light"/>
              <a:ea typeface="Sora Light"/>
              <a:cs typeface="Sora Light"/>
              <a:sym typeface="Sora Light"/>
            </a:endParaRPr>
          </a:p>
        </p:txBody>
      </p:sp>
      <p:sp>
        <p:nvSpPr>
          <p:cNvPr id="1043" name="Google Shape;1043;p68"/>
          <p:cNvSpPr txBox="1">
            <a:spLocks noGrp="1"/>
          </p:cNvSpPr>
          <p:nvPr>
            <p:ph type="title" idx="3"/>
          </p:nvPr>
        </p:nvSpPr>
        <p:spPr>
          <a:xfrm>
            <a:off x="510136" y="2117053"/>
            <a:ext cx="1408800" cy="361200"/>
          </a:xfrm>
          <a:prstGeom prst="rect">
            <a:avLst/>
          </a:prstGeom>
        </p:spPr>
        <p:txBody>
          <a:bodyPr spcFirstLastPara="1" wrap="square" lIns="0" tIns="0" rIns="91425" bIns="91425" anchor="t" anchorCtr="0">
            <a:noAutofit/>
          </a:bodyPr>
          <a:lstStyle/>
          <a:p>
            <a:pPr marL="0" lvl="0" indent="0" algn="r" rtl="0">
              <a:spcBef>
                <a:spcPts val="0"/>
              </a:spcBef>
              <a:spcAft>
                <a:spcPts val="0"/>
              </a:spcAft>
              <a:buNone/>
            </a:pPr>
            <a:r>
              <a:rPr lang="en" sz="1700"/>
              <a:t>I-Type</a:t>
            </a:r>
            <a:endParaRPr sz="1700"/>
          </a:p>
        </p:txBody>
      </p:sp>
      <p:sp>
        <p:nvSpPr>
          <p:cNvPr id="1044" name="Google Shape;1044;p68"/>
          <p:cNvSpPr txBox="1">
            <a:spLocks noGrp="1"/>
          </p:cNvSpPr>
          <p:nvPr>
            <p:ph type="title" idx="6"/>
          </p:nvPr>
        </p:nvSpPr>
        <p:spPr>
          <a:xfrm>
            <a:off x="510136" y="3056541"/>
            <a:ext cx="1408800" cy="361200"/>
          </a:xfrm>
          <a:prstGeom prst="rect">
            <a:avLst/>
          </a:prstGeom>
        </p:spPr>
        <p:txBody>
          <a:bodyPr spcFirstLastPara="1" wrap="square" lIns="0" tIns="0" rIns="91425" bIns="91425" anchor="t" anchorCtr="0">
            <a:noAutofit/>
          </a:bodyPr>
          <a:lstStyle/>
          <a:p>
            <a:pPr marL="0" lvl="0" indent="0" algn="r" rtl="0">
              <a:spcBef>
                <a:spcPts val="0"/>
              </a:spcBef>
              <a:spcAft>
                <a:spcPts val="0"/>
              </a:spcAft>
              <a:buNone/>
            </a:pPr>
            <a:r>
              <a:rPr lang="en" sz="1700"/>
              <a:t>J-Type</a:t>
            </a:r>
            <a:endParaRPr sz="1700"/>
          </a:p>
        </p:txBody>
      </p:sp>
      <p:sp>
        <p:nvSpPr>
          <p:cNvPr id="1045" name="Google Shape;1045;p68"/>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rgbClr val="353535"/>
                </a:solidFill>
                <a:latin typeface="Sora"/>
                <a:ea typeface="Sora"/>
                <a:cs typeface="Sora"/>
                <a:sym typeface="Sora"/>
              </a:rPr>
              <a:t>CS 3339 - Group 7</a:t>
            </a:r>
            <a:endParaRPr sz="1200">
              <a:solidFill>
                <a:srgbClr val="353535"/>
              </a:solidFill>
              <a:latin typeface="Sora"/>
              <a:ea typeface="Sora"/>
              <a:cs typeface="Sora"/>
              <a:sym typeface="Sora"/>
            </a:endParaRPr>
          </a:p>
          <a:p>
            <a:pPr marL="0" lvl="0" indent="0" algn="l" rtl="0">
              <a:lnSpc>
                <a:spcPct val="115000"/>
              </a:lnSpc>
              <a:spcBef>
                <a:spcPts val="0"/>
              </a:spcBef>
              <a:spcAft>
                <a:spcPts val="0"/>
              </a:spcAft>
              <a:buNone/>
            </a:pPr>
            <a:endParaRPr sz="1200">
              <a:solidFill>
                <a:srgbClr val="353535"/>
              </a:solidFill>
              <a:latin typeface="Sora"/>
              <a:ea typeface="Sora"/>
              <a:cs typeface="Sora"/>
              <a:sym typeface="Sora"/>
            </a:endParaRPr>
          </a:p>
        </p:txBody>
      </p:sp>
      <p:sp>
        <p:nvSpPr>
          <p:cNvPr id="1046" name="Google Shape;1046;p68"/>
          <p:cNvSpPr txBox="1"/>
          <p:nvPr/>
        </p:nvSpPr>
        <p:spPr>
          <a:xfrm>
            <a:off x="2376750" y="3820025"/>
            <a:ext cx="4296600" cy="109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chemeClr val="lt1"/>
                </a:solidFill>
                <a:latin typeface="Sora"/>
                <a:ea typeface="Sora"/>
                <a:cs typeface="Sora"/>
                <a:sym typeface="Sora"/>
              </a:rPr>
              <a:t>Execution Example: </a:t>
            </a:r>
            <a:endParaRPr sz="1300">
              <a:solidFill>
                <a:schemeClr val="lt1"/>
              </a:solidFill>
              <a:latin typeface="Sora"/>
              <a:ea typeface="Sora"/>
              <a:cs typeface="Sora"/>
              <a:sym typeface="Sora"/>
            </a:endParaRPr>
          </a:p>
          <a:p>
            <a:pPr marL="0" lvl="0" indent="0" algn="l" rtl="0">
              <a:spcBef>
                <a:spcPts val="0"/>
              </a:spcBef>
              <a:spcAft>
                <a:spcPts val="0"/>
              </a:spcAft>
              <a:buNone/>
            </a:pPr>
            <a:endParaRPr sz="1300">
              <a:solidFill>
                <a:schemeClr val="lt1"/>
              </a:solidFill>
              <a:latin typeface="Sora"/>
              <a:ea typeface="Sora"/>
              <a:cs typeface="Sora"/>
              <a:sym typeface="Sora"/>
            </a:endParaRPr>
          </a:p>
          <a:p>
            <a:pPr marL="0" lvl="0" indent="0" algn="l" rtl="0">
              <a:spcBef>
                <a:spcPts val="0"/>
              </a:spcBef>
              <a:spcAft>
                <a:spcPts val="0"/>
              </a:spcAft>
              <a:buNone/>
            </a:pPr>
            <a:r>
              <a:rPr lang="en" sz="1300">
                <a:solidFill>
                  <a:schemeClr val="lt1"/>
                </a:solidFill>
                <a:latin typeface="Sora"/>
                <a:ea typeface="Sora"/>
                <a:cs typeface="Sora"/>
                <a:sym typeface="Sora"/>
              </a:rPr>
              <a:t>add $t0, $t1, $t2 -&gt; $t1 ----\</a:t>
            </a:r>
            <a:endParaRPr sz="1300">
              <a:solidFill>
                <a:schemeClr val="lt1"/>
              </a:solidFill>
              <a:latin typeface="Sora"/>
              <a:ea typeface="Sora"/>
              <a:cs typeface="Sora"/>
              <a:sym typeface="Sora"/>
            </a:endParaRPr>
          </a:p>
          <a:p>
            <a:pPr marL="0" lvl="0" indent="0" algn="l" rtl="0">
              <a:spcBef>
                <a:spcPts val="0"/>
              </a:spcBef>
              <a:spcAft>
                <a:spcPts val="0"/>
              </a:spcAft>
              <a:buNone/>
            </a:pPr>
            <a:r>
              <a:rPr lang="en" sz="1300">
                <a:solidFill>
                  <a:schemeClr val="lt1"/>
                </a:solidFill>
                <a:latin typeface="Sora"/>
                <a:ea typeface="Sora"/>
                <a:cs typeface="Sora"/>
                <a:sym typeface="Sora"/>
              </a:rPr>
              <a:t>         				        → ALU (add) → $t0</a:t>
            </a:r>
            <a:endParaRPr sz="1300">
              <a:solidFill>
                <a:schemeClr val="lt1"/>
              </a:solidFill>
              <a:latin typeface="Sora"/>
              <a:ea typeface="Sora"/>
              <a:cs typeface="Sora"/>
              <a:sym typeface="Sora"/>
            </a:endParaRPr>
          </a:p>
          <a:p>
            <a:pPr marL="1371600" lvl="0" indent="0" algn="l" rtl="0">
              <a:spcBef>
                <a:spcPts val="0"/>
              </a:spcBef>
              <a:spcAft>
                <a:spcPts val="0"/>
              </a:spcAft>
              <a:buNone/>
            </a:pPr>
            <a:r>
              <a:rPr lang="en" sz="1300">
                <a:solidFill>
                  <a:schemeClr val="lt1"/>
                </a:solidFill>
                <a:latin typeface="Sora"/>
                <a:ea typeface="Sora"/>
                <a:cs typeface="Sora"/>
                <a:sym typeface="Sora"/>
              </a:rPr>
              <a:t>     $t2 ----/</a:t>
            </a:r>
            <a:endParaRPr sz="1300">
              <a:solidFill>
                <a:schemeClr val="lt1"/>
              </a:solidFill>
              <a:latin typeface="Sora"/>
              <a:ea typeface="Sora"/>
              <a:cs typeface="Sora"/>
              <a:sym typeface="Sora"/>
            </a:endParaRPr>
          </a:p>
          <a:p>
            <a:pPr marL="0" lvl="0" indent="0" algn="l" rtl="0">
              <a:spcBef>
                <a:spcPts val="0"/>
              </a:spcBef>
              <a:spcAft>
                <a:spcPts val="0"/>
              </a:spcAft>
              <a:buNone/>
            </a:pPr>
            <a:endParaRPr sz="1300">
              <a:solidFill>
                <a:schemeClr val="lt1"/>
              </a:solidFill>
              <a:latin typeface="Sora"/>
              <a:ea typeface="Sora"/>
              <a:cs typeface="Sora"/>
              <a:sym typeface="Sor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69"/>
          <p:cNvSpPr txBox="1">
            <a:spLocks noGrp="1"/>
          </p:cNvSpPr>
          <p:nvPr>
            <p:ph type="title"/>
          </p:nvPr>
        </p:nvSpPr>
        <p:spPr>
          <a:xfrm>
            <a:off x="551150" y="1115100"/>
            <a:ext cx="4183800" cy="780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4300"/>
              <a:t>Demo Time!</a:t>
            </a:r>
            <a:endParaRPr sz="4300"/>
          </a:p>
        </p:txBody>
      </p:sp>
      <p:sp>
        <p:nvSpPr>
          <p:cNvPr id="1052" name="Google Shape;1052;p6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latin typeface="Sora"/>
                <a:ea typeface="Sora"/>
                <a:cs typeface="Sora"/>
                <a:sym typeface="Sora"/>
              </a:rPr>
              <a:t>7</a:t>
            </a:fld>
            <a:endParaRPr>
              <a:latin typeface="Sora"/>
              <a:ea typeface="Sora"/>
              <a:cs typeface="Sora"/>
              <a:sym typeface="Sora"/>
            </a:endParaRPr>
          </a:p>
        </p:txBody>
      </p:sp>
      <p:sp>
        <p:nvSpPr>
          <p:cNvPr id="1053" name="Google Shape;1053;p69"/>
          <p:cNvSpPr txBox="1">
            <a:spLocks noGrp="1"/>
          </p:cNvSpPr>
          <p:nvPr>
            <p:ph type="body" idx="1"/>
          </p:nvPr>
        </p:nvSpPr>
        <p:spPr>
          <a:xfrm>
            <a:off x="4978075" y="466050"/>
            <a:ext cx="3937200" cy="42114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900"/>
              <a:t>Simulator Workflow:</a:t>
            </a:r>
            <a:endParaRPr sz="1900"/>
          </a:p>
          <a:p>
            <a:pPr marL="457200" lvl="0" indent="-336550" algn="l" rtl="0">
              <a:lnSpc>
                <a:spcPct val="150000"/>
              </a:lnSpc>
              <a:spcBef>
                <a:spcPts val="800"/>
              </a:spcBef>
              <a:spcAft>
                <a:spcPts val="0"/>
              </a:spcAft>
              <a:buSzPts val="1700"/>
              <a:buAutoNum type="arabicPeriod"/>
            </a:pPr>
            <a:r>
              <a:rPr lang="en" sz="1700"/>
              <a:t>Read instruction</a:t>
            </a:r>
            <a:endParaRPr sz="1700"/>
          </a:p>
          <a:p>
            <a:pPr marL="457200" lvl="0" indent="-336550" algn="l" rtl="0">
              <a:lnSpc>
                <a:spcPct val="150000"/>
              </a:lnSpc>
              <a:spcBef>
                <a:spcPts val="0"/>
              </a:spcBef>
              <a:spcAft>
                <a:spcPts val="0"/>
              </a:spcAft>
              <a:buSzPts val="1700"/>
              <a:buAutoNum type="arabicPeriod"/>
            </a:pPr>
            <a:r>
              <a:rPr lang="en" sz="1700"/>
              <a:t>Parse instruction</a:t>
            </a:r>
            <a:endParaRPr sz="1700"/>
          </a:p>
          <a:p>
            <a:pPr marL="457200" lvl="0" indent="-336550" algn="l" rtl="0">
              <a:lnSpc>
                <a:spcPct val="150000"/>
              </a:lnSpc>
              <a:spcBef>
                <a:spcPts val="0"/>
              </a:spcBef>
              <a:spcAft>
                <a:spcPts val="0"/>
              </a:spcAft>
              <a:buSzPts val="1700"/>
              <a:buAutoNum type="arabicPeriod"/>
            </a:pPr>
            <a:r>
              <a:rPr lang="en" sz="1700"/>
              <a:t>Execute operation</a:t>
            </a:r>
            <a:endParaRPr sz="1700"/>
          </a:p>
          <a:p>
            <a:pPr marL="457200" lvl="0" indent="-336550" algn="l" rtl="0">
              <a:lnSpc>
                <a:spcPct val="150000"/>
              </a:lnSpc>
              <a:spcBef>
                <a:spcPts val="0"/>
              </a:spcBef>
              <a:spcAft>
                <a:spcPts val="0"/>
              </a:spcAft>
              <a:buSzPts val="1700"/>
              <a:buAutoNum type="arabicPeriod"/>
            </a:pPr>
            <a:r>
              <a:rPr lang="en" sz="1700"/>
              <a:t>Update registers/memory</a:t>
            </a:r>
            <a:endParaRPr sz="1700"/>
          </a:p>
          <a:p>
            <a:pPr marL="0" lvl="0" indent="0" algn="l" rtl="0">
              <a:spcBef>
                <a:spcPts val="800"/>
              </a:spcBef>
              <a:spcAft>
                <a:spcPts val="800"/>
              </a:spcAft>
              <a:buNone/>
            </a:pPr>
            <a:endParaRPr sz="1700"/>
          </a:p>
        </p:txBody>
      </p:sp>
      <p:sp>
        <p:nvSpPr>
          <p:cNvPr id="1054" name="Google Shape;1054;p69"/>
          <p:cNvSpPr txBox="1">
            <a:spLocks noGrp="1"/>
          </p:cNvSpPr>
          <p:nvPr>
            <p:ph type="subTitle" idx="4294967295"/>
          </p:nvPr>
        </p:nvSpPr>
        <p:spPr>
          <a:xfrm>
            <a:off x="0" y="-12"/>
            <a:ext cx="1888800" cy="119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Sora"/>
                <a:ea typeface="Sora"/>
                <a:cs typeface="Sora"/>
                <a:sym typeface="Sora"/>
              </a:rPr>
              <a:t>CS 3339 - Group 7</a:t>
            </a:r>
            <a:endParaRPr>
              <a:latin typeface="Sora"/>
              <a:ea typeface="Sora"/>
              <a:cs typeface="Sora"/>
              <a:sym typeface="Sora"/>
            </a:endParaRPr>
          </a:p>
          <a:p>
            <a:pPr marL="0" lvl="0" indent="0" algn="l" rtl="0">
              <a:lnSpc>
                <a:spcPct val="115000"/>
              </a:lnSpc>
              <a:spcBef>
                <a:spcPts val="0"/>
              </a:spcBef>
              <a:spcAft>
                <a:spcPts val="0"/>
              </a:spcAft>
              <a:buNone/>
            </a:pPr>
            <a:endParaRPr>
              <a:latin typeface="Sora"/>
              <a:ea typeface="Sora"/>
              <a:cs typeface="Sora"/>
              <a:sym typeface="Sora"/>
            </a:endParaRPr>
          </a:p>
        </p:txBody>
      </p:sp>
      <p:sp>
        <p:nvSpPr>
          <p:cNvPr id="1055" name="Google Shape;1055;p69"/>
          <p:cNvSpPr txBox="1"/>
          <p:nvPr/>
        </p:nvSpPr>
        <p:spPr>
          <a:xfrm>
            <a:off x="4978075" y="2901800"/>
            <a:ext cx="3937200" cy="178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lt1"/>
                </a:solidFill>
                <a:latin typeface="Sora"/>
                <a:ea typeface="Sora"/>
                <a:cs typeface="Sora"/>
                <a:sym typeface="Sora"/>
              </a:rPr>
              <a:t>To execute program: </a:t>
            </a:r>
            <a:endParaRPr sz="1200">
              <a:solidFill>
                <a:schemeClr val="lt1"/>
              </a:solidFill>
              <a:latin typeface="Sora"/>
              <a:ea typeface="Sora"/>
              <a:cs typeface="Sora"/>
              <a:sym typeface="Sora"/>
            </a:endParaRPr>
          </a:p>
          <a:p>
            <a:pPr marL="0" lvl="0" indent="0" algn="l" rtl="0">
              <a:spcBef>
                <a:spcPts val="0"/>
              </a:spcBef>
              <a:spcAft>
                <a:spcPts val="0"/>
              </a:spcAft>
              <a:buNone/>
            </a:pPr>
            <a:endParaRPr sz="1200">
              <a:solidFill>
                <a:schemeClr val="lt1"/>
              </a:solidFill>
              <a:latin typeface="Sora"/>
              <a:ea typeface="Sora"/>
              <a:cs typeface="Sora"/>
              <a:sym typeface="Sora"/>
            </a:endParaRPr>
          </a:p>
          <a:p>
            <a:pPr marL="0" lvl="0" indent="0" algn="l" rtl="0">
              <a:spcBef>
                <a:spcPts val="0"/>
              </a:spcBef>
              <a:spcAft>
                <a:spcPts val="0"/>
              </a:spcAft>
              <a:buNone/>
            </a:pPr>
            <a:r>
              <a:rPr lang="en" sz="1200">
                <a:solidFill>
                  <a:schemeClr val="lt1"/>
                </a:solidFill>
                <a:latin typeface="Sora"/>
                <a:ea typeface="Sora"/>
                <a:cs typeface="Sora"/>
                <a:sym typeface="Sora"/>
              </a:rPr>
              <a:t>Terminal - </a:t>
            </a:r>
            <a:endParaRPr sz="1200">
              <a:solidFill>
                <a:schemeClr val="lt1"/>
              </a:solidFill>
              <a:latin typeface="Sora"/>
              <a:ea typeface="Sora"/>
              <a:cs typeface="Sora"/>
              <a:sym typeface="Sora"/>
            </a:endParaRPr>
          </a:p>
          <a:p>
            <a:pPr marL="0" lvl="0" indent="0" algn="l" rtl="0">
              <a:spcBef>
                <a:spcPts val="0"/>
              </a:spcBef>
              <a:spcAft>
                <a:spcPts val="0"/>
              </a:spcAft>
              <a:buNone/>
            </a:pPr>
            <a:r>
              <a:rPr lang="en" sz="1200">
                <a:solidFill>
                  <a:schemeClr val="lt1"/>
                </a:solidFill>
                <a:latin typeface="Sora"/>
                <a:ea typeface="Sora"/>
                <a:cs typeface="Sora"/>
                <a:sym typeface="Sora"/>
              </a:rPr>
              <a:t>python </a:t>
            </a:r>
            <a:r>
              <a:rPr lang="en" sz="1200" u="sng">
                <a:solidFill>
                  <a:schemeClr val="hlink"/>
                </a:solidFill>
                <a:latin typeface="Sora"/>
                <a:ea typeface="Sora"/>
                <a:cs typeface="Sora"/>
                <a:sym typeface="Sora"/>
                <a:hlinkClick r:id="rId3"/>
              </a:rPr>
              <a:t>main.py</a:t>
            </a:r>
            <a:r>
              <a:rPr lang="en" sz="1200">
                <a:solidFill>
                  <a:schemeClr val="lt1"/>
                </a:solidFill>
                <a:latin typeface="Sora"/>
                <a:ea typeface="Sora"/>
                <a:cs typeface="Sora"/>
                <a:sym typeface="Sora"/>
              </a:rPr>
              <a:t> asm file(or path to asm file)</a:t>
            </a:r>
            <a:endParaRPr sz="1200">
              <a:solidFill>
                <a:schemeClr val="lt1"/>
              </a:solidFill>
              <a:latin typeface="Sora"/>
              <a:ea typeface="Sora"/>
              <a:cs typeface="Sora"/>
              <a:sym typeface="Sor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70"/>
          <p:cNvSpPr txBox="1">
            <a:spLocks noGrp="1"/>
          </p:cNvSpPr>
          <p:nvPr>
            <p:ph type="title" idx="2"/>
          </p:nvPr>
        </p:nvSpPr>
        <p:spPr>
          <a:xfrm>
            <a:off x="115025" y="413525"/>
            <a:ext cx="4183800" cy="697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3700"/>
              <a:t>Expected Results</a:t>
            </a:r>
            <a:endParaRPr sz="3700"/>
          </a:p>
        </p:txBody>
      </p:sp>
      <p:sp>
        <p:nvSpPr>
          <p:cNvPr id="1061" name="Google Shape;1061;p7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latin typeface="IBM Plex Sans"/>
                <a:ea typeface="IBM Plex Sans"/>
                <a:cs typeface="IBM Plex Sans"/>
                <a:sym typeface="IBM Plex Sans"/>
              </a:rPr>
              <a:t>8</a:t>
            </a:fld>
            <a:endParaRPr>
              <a:latin typeface="IBM Plex Sans"/>
              <a:ea typeface="IBM Plex Sans"/>
              <a:cs typeface="IBM Plex Sans"/>
              <a:sym typeface="IBM Plex Sans"/>
            </a:endParaRPr>
          </a:p>
        </p:txBody>
      </p:sp>
      <p:sp>
        <p:nvSpPr>
          <p:cNvPr id="1062" name="Google Shape;1062;p70"/>
          <p:cNvSpPr txBox="1">
            <a:spLocks noGrp="1"/>
          </p:cNvSpPr>
          <p:nvPr>
            <p:ph type="body" idx="1"/>
          </p:nvPr>
        </p:nvSpPr>
        <p:spPr>
          <a:xfrm>
            <a:off x="348875" y="1110725"/>
            <a:ext cx="6737400" cy="32835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sz="1100"/>
              <a:t>-----Final Register State-----</a:t>
            </a:r>
            <a:endParaRPr sz="1100"/>
          </a:p>
          <a:p>
            <a:pPr marL="0" lvl="0" indent="0" algn="l" rtl="0">
              <a:spcBef>
                <a:spcPts val="800"/>
              </a:spcBef>
              <a:spcAft>
                <a:spcPts val="0"/>
              </a:spcAft>
              <a:buNone/>
            </a:pPr>
            <a:r>
              <a:rPr lang="en" sz="1100"/>
              <a:t>  $zero($00):          0   $at  ($01):          0   $v0  ($02):          0   $v1  ($03):          0 </a:t>
            </a:r>
            <a:endParaRPr sz="1100"/>
          </a:p>
          <a:p>
            <a:pPr marL="0" lvl="0" indent="0" algn="l" rtl="0">
              <a:spcBef>
                <a:spcPts val="800"/>
              </a:spcBef>
              <a:spcAft>
                <a:spcPts val="0"/>
              </a:spcAft>
              <a:buNone/>
            </a:pPr>
            <a:r>
              <a:rPr lang="en" sz="1100"/>
              <a:t>  $a0  ($04):          0   $a1  ($05):          0   $a2  ($06):          0   $a3  ($07):          0 </a:t>
            </a:r>
            <a:endParaRPr sz="1100"/>
          </a:p>
          <a:p>
            <a:pPr marL="0" lvl="0" indent="0" algn="l" rtl="0">
              <a:spcBef>
                <a:spcPts val="800"/>
              </a:spcBef>
              <a:spcAft>
                <a:spcPts val="0"/>
              </a:spcAft>
              <a:buNone/>
            </a:pPr>
            <a:r>
              <a:rPr lang="en" sz="1100"/>
              <a:t>  $t0  ($08):         10   $t1  ($09):          5   $t2  ($10):          5   $t3  ($11):         15 </a:t>
            </a:r>
            <a:endParaRPr sz="1100"/>
          </a:p>
          <a:p>
            <a:pPr marL="0" lvl="0" indent="0" algn="l" rtl="0">
              <a:spcBef>
                <a:spcPts val="800"/>
              </a:spcBef>
              <a:spcAft>
                <a:spcPts val="0"/>
              </a:spcAft>
              <a:buNone/>
            </a:pPr>
            <a:r>
              <a:rPr lang="en" sz="1100"/>
              <a:t>  $t4  ($12):          5   $t5  ($13):         50   $t6  ($14):          0   $t7  ($15):         15 </a:t>
            </a:r>
            <a:endParaRPr sz="1100"/>
          </a:p>
          <a:p>
            <a:pPr marL="0" lvl="0" indent="0" algn="l" rtl="0">
              <a:spcBef>
                <a:spcPts val="800"/>
              </a:spcBef>
              <a:spcAft>
                <a:spcPts val="0"/>
              </a:spcAft>
              <a:buNone/>
            </a:pPr>
            <a:r>
              <a:rPr lang="en" sz="1100"/>
              <a:t>  $s0  ($16):         20   $s1  ($17):          5   $s2  ($18):         15   $s3  ($19):          0 </a:t>
            </a:r>
            <a:endParaRPr sz="1100"/>
          </a:p>
          <a:p>
            <a:pPr marL="0" lvl="0" indent="0" algn="l" rtl="0">
              <a:spcBef>
                <a:spcPts val="800"/>
              </a:spcBef>
              <a:spcAft>
                <a:spcPts val="0"/>
              </a:spcAft>
              <a:buNone/>
            </a:pPr>
            <a:r>
              <a:rPr lang="en" sz="1100"/>
              <a:t>  $s4  ($20):          0   $s5  ($21):          0   $s6  ($22):          0   $s7  ($23):          0 </a:t>
            </a:r>
            <a:endParaRPr sz="1100"/>
          </a:p>
          <a:p>
            <a:pPr marL="0" lvl="0" indent="0" algn="l" rtl="0">
              <a:spcBef>
                <a:spcPts val="800"/>
              </a:spcBef>
              <a:spcAft>
                <a:spcPts val="0"/>
              </a:spcAft>
              <a:buNone/>
            </a:pPr>
            <a:r>
              <a:rPr lang="en" sz="1100"/>
              <a:t>  $t8  ($24):          0   $t9  ($25):          0   $k0  ($26):          0   $k1  ($27):          0 </a:t>
            </a:r>
            <a:endParaRPr sz="1100"/>
          </a:p>
          <a:p>
            <a:pPr marL="0" lvl="0" indent="0" algn="l" rtl="0">
              <a:spcBef>
                <a:spcPts val="800"/>
              </a:spcBef>
              <a:spcAft>
                <a:spcPts val="0"/>
              </a:spcAft>
              <a:buNone/>
            </a:pPr>
            <a:r>
              <a:rPr lang="en" sz="1100"/>
              <a:t>  $gp  ($28):          0   $sp  ($29):          0   $fp  ($30):          0   $ra  ($31):          0 </a:t>
            </a:r>
            <a:endParaRPr sz="1100"/>
          </a:p>
          <a:p>
            <a:pPr marL="0" lvl="0" indent="0" algn="l" rtl="0">
              <a:spcBef>
                <a:spcPts val="800"/>
              </a:spcBef>
              <a:spcAft>
                <a:spcPts val="0"/>
              </a:spcAft>
              <a:buNone/>
            </a:pPr>
            <a:endParaRPr sz="1100"/>
          </a:p>
          <a:p>
            <a:pPr marL="0" lvl="0" indent="0" algn="l" rtl="0">
              <a:spcBef>
                <a:spcPts val="800"/>
              </a:spcBef>
              <a:spcAft>
                <a:spcPts val="0"/>
              </a:spcAft>
              <a:buNone/>
            </a:pPr>
            <a:r>
              <a:rPr lang="en" sz="1100"/>
              <a:t>-----Final Memory State-----</a:t>
            </a:r>
            <a:endParaRPr sz="1100"/>
          </a:p>
          <a:p>
            <a:pPr marL="0" lvl="0" indent="0" algn="l" rtl="0">
              <a:spcBef>
                <a:spcPts val="800"/>
              </a:spcBef>
              <a:spcAft>
                <a:spcPts val="0"/>
              </a:spcAft>
              <a:buNone/>
            </a:pPr>
            <a:r>
              <a:rPr lang="en" sz="1100"/>
              <a:t>00000000: 15</a:t>
            </a:r>
            <a:endParaRPr sz="1100"/>
          </a:p>
          <a:p>
            <a:pPr marL="0" lvl="0" indent="0" algn="l" rtl="0">
              <a:spcBef>
                <a:spcPts val="800"/>
              </a:spcBef>
              <a:spcAft>
                <a:spcPts val="800"/>
              </a:spcAft>
              <a:buNone/>
            </a:pPr>
            <a:endParaRPr/>
          </a:p>
        </p:txBody>
      </p:sp>
      <p:sp>
        <p:nvSpPr>
          <p:cNvPr id="1063" name="Google Shape;1063;p70"/>
          <p:cNvSpPr txBox="1">
            <a:spLocks noGrp="1"/>
          </p:cNvSpPr>
          <p:nvPr>
            <p:ph type="subTitle" idx="4294967295"/>
          </p:nvPr>
        </p:nvSpPr>
        <p:spPr>
          <a:xfrm>
            <a:off x="0" y="-12"/>
            <a:ext cx="1888800" cy="119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Sora"/>
                <a:ea typeface="Sora"/>
                <a:cs typeface="Sora"/>
                <a:sym typeface="Sora"/>
              </a:rPr>
              <a:t>CS 3339 - Group 7</a:t>
            </a:r>
            <a:endParaRPr>
              <a:latin typeface="Sora"/>
              <a:ea typeface="Sora"/>
              <a:cs typeface="Sora"/>
              <a:sym typeface="Sora"/>
            </a:endParaRPr>
          </a:p>
          <a:p>
            <a:pPr marL="0" lvl="0" indent="0" algn="l" rtl="0">
              <a:lnSpc>
                <a:spcPct val="115000"/>
              </a:lnSpc>
              <a:spcBef>
                <a:spcPts val="0"/>
              </a:spcBef>
              <a:spcAft>
                <a:spcPts val="0"/>
              </a:spcAft>
              <a:buNone/>
            </a:pPr>
            <a:endParaRPr>
              <a:latin typeface="Sora"/>
              <a:ea typeface="Sora"/>
              <a:cs typeface="Sora"/>
              <a:sym typeface="Sor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p71"/>
          <p:cNvSpPr txBox="1">
            <a:spLocks noGrp="1"/>
          </p:cNvSpPr>
          <p:nvPr>
            <p:ph type="title"/>
          </p:nvPr>
        </p:nvSpPr>
        <p:spPr>
          <a:xfrm>
            <a:off x="134550" y="513550"/>
            <a:ext cx="4390500" cy="160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can we improve on?</a:t>
            </a:r>
            <a:endParaRPr/>
          </a:p>
        </p:txBody>
      </p:sp>
      <p:sp>
        <p:nvSpPr>
          <p:cNvPr id="1069" name="Google Shape;1069;p7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solidFill>
                  <a:schemeClr val="dk1"/>
                </a:solidFill>
                <a:latin typeface="Sora"/>
                <a:ea typeface="Sora"/>
                <a:cs typeface="Sora"/>
                <a:sym typeface="Sora"/>
              </a:rPr>
              <a:t>9</a:t>
            </a:fld>
            <a:endParaRPr>
              <a:solidFill>
                <a:schemeClr val="dk1"/>
              </a:solidFill>
              <a:latin typeface="Sora"/>
              <a:ea typeface="Sora"/>
              <a:cs typeface="Sora"/>
              <a:sym typeface="Sora"/>
            </a:endParaRPr>
          </a:p>
        </p:txBody>
      </p:sp>
      <p:sp>
        <p:nvSpPr>
          <p:cNvPr id="1070" name="Google Shape;1070;p71"/>
          <p:cNvSpPr txBox="1"/>
          <p:nvPr/>
        </p:nvSpPr>
        <p:spPr>
          <a:xfrm>
            <a:off x="0" y="-12"/>
            <a:ext cx="1888800" cy="1192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a:solidFill>
                  <a:schemeClr val="dk1"/>
                </a:solidFill>
                <a:latin typeface="Sora"/>
                <a:ea typeface="Sora"/>
                <a:cs typeface="Sora"/>
                <a:sym typeface="Sora"/>
              </a:rPr>
              <a:t>CS 3339 - Group 7</a:t>
            </a:r>
            <a:endParaRPr sz="1200">
              <a:solidFill>
                <a:schemeClr val="dk1"/>
              </a:solidFill>
              <a:latin typeface="Sora"/>
              <a:ea typeface="Sora"/>
              <a:cs typeface="Sora"/>
              <a:sym typeface="Sora"/>
            </a:endParaRPr>
          </a:p>
          <a:p>
            <a:pPr marL="0" lvl="0" indent="0" algn="l" rtl="0">
              <a:lnSpc>
                <a:spcPct val="115000"/>
              </a:lnSpc>
              <a:spcBef>
                <a:spcPts val="0"/>
              </a:spcBef>
              <a:spcAft>
                <a:spcPts val="0"/>
              </a:spcAft>
              <a:buNone/>
            </a:pPr>
            <a:endParaRPr sz="1200">
              <a:solidFill>
                <a:schemeClr val="dk1"/>
              </a:solidFill>
              <a:latin typeface="Sora"/>
              <a:ea typeface="Sora"/>
              <a:cs typeface="Sora"/>
              <a:sym typeface="Sora"/>
            </a:endParaRPr>
          </a:p>
        </p:txBody>
      </p:sp>
      <p:pic>
        <p:nvPicPr>
          <p:cNvPr id="1071" name="Google Shape;1071;p71" descr="Question mark sign. isolated white (Provided by Getty Images)"/>
          <p:cNvPicPr preferRelativeResize="0"/>
          <p:nvPr/>
        </p:nvPicPr>
        <p:blipFill>
          <a:blip r:embed="rId3">
            <a:alphaModFix/>
          </a:blip>
          <a:stretch>
            <a:fillRect/>
          </a:stretch>
        </p:blipFill>
        <p:spPr>
          <a:xfrm>
            <a:off x="465174" y="2288753"/>
            <a:ext cx="3193324" cy="23949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7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latin typeface="Sora"/>
                <a:ea typeface="Sora"/>
                <a:cs typeface="Sora"/>
                <a:sym typeface="Sora"/>
              </a:rPr>
              <a:t>10</a:t>
            </a:fld>
            <a:endParaRPr>
              <a:latin typeface="Sora"/>
              <a:ea typeface="Sora"/>
              <a:cs typeface="Sora"/>
              <a:sym typeface="Sora"/>
            </a:endParaRPr>
          </a:p>
        </p:txBody>
      </p:sp>
      <p:sp>
        <p:nvSpPr>
          <p:cNvPr id="1077" name="Google Shape;1077;p72"/>
          <p:cNvSpPr txBox="1">
            <a:spLocks noGrp="1"/>
          </p:cNvSpPr>
          <p:nvPr>
            <p:ph type="title" idx="3"/>
          </p:nvPr>
        </p:nvSpPr>
        <p:spPr>
          <a:xfrm>
            <a:off x="1423950" y="1895400"/>
            <a:ext cx="6296100" cy="10020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5900"/>
              <a:t>Q&amp;A</a:t>
            </a:r>
            <a:endParaRPr sz="5900"/>
          </a:p>
        </p:txBody>
      </p:sp>
      <p:sp>
        <p:nvSpPr>
          <p:cNvPr id="1078" name="Google Shape;1078;p72"/>
          <p:cNvSpPr txBox="1">
            <a:spLocks noGrp="1"/>
          </p:cNvSpPr>
          <p:nvPr>
            <p:ph type="subTitle" idx="4294967295"/>
          </p:nvPr>
        </p:nvSpPr>
        <p:spPr>
          <a:xfrm>
            <a:off x="0" y="-12"/>
            <a:ext cx="1888800" cy="1192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Sora"/>
                <a:ea typeface="Sora"/>
                <a:cs typeface="Sora"/>
                <a:sym typeface="Sora"/>
              </a:rPr>
              <a:t>CS 3339 - Group 7</a:t>
            </a:r>
            <a:endParaRPr>
              <a:latin typeface="Sora"/>
              <a:ea typeface="Sora"/>
              <a:cs typeface="Sora"/>
              <a:sym typeface="Sora"/>
            </a:endParaRPr>
          </a:p>
          <a:p>
            <a:pPr marL="0" lvl="0" indent="0" algn="l" rtl="0">
              <a:lnSpc>
                <a:spcPct val="115000"/>
              </a:lnSpc>
              <a:spcBef>
                <a:spcPts val="0"/>
              </a:spcBef>
              <a:spcAft>
                <a:spcPts val="0"/>
              </a:spcAft>
              <a:buNone/>
            </a:pPr>
            <a:endParaRPr>
              <a:latin typeface="Sora"/>
              <a:ea typeface="Sora"/>
              <a:cs typeface="Sora"/>
              <a:sym typeface="Sor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73"/>
          <p:cNvSpPr txBox="1">
            <a:spLocks noGrp="1"/>
          </p:cNvSpPr>
          <p:nvPr>
            <p:ph type="title"/>
          </p:nvPr>
        </p:nvSpPr>
        <p:spPr>
          <a:xfrm>
            <a:off x="2181150" y="1603150"/>
            <a:ext cx="4687800" cy="10314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a:latin typeface="Sora"/>
                <a:ea typeface="Sora"/>
                <a:cs typeface="Sora"/>
                <a:sym typeface="Sora"/>
              </a:rPr>
              <a:t>Thank you!</a:t>
            </a:r>
            <a:endParaRPr>
              <a:latin typeface="Sora"/>
              <a:ea typeface="Sora"/>
              <a:cs typeface="Sora"/>
              <a:sym typeface="Sora"/>
            </a:endParaRPr>
          </a:p>
        </p:txBody>
      </p:sp>
      <p:sp>
        <p:nvSpPr>
          <p:cNvPr id="1084" name="Google Shape;1084;p7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11</a:t>
            </a:fld>
            <a:endParaRPr/>
          </a:p>
        </p:txBody>
      </p:sp>
      <p:pic>
        <p:nvPicPr>
          <p:cNvPr id="1085" name="Google Shape;1085;p73" descr="a black cat is laying on top of a laptop computer (Provided by Tenor)"/>
          <p:cNvPicPr preferRelativeResize="0"/>
          <p:nvPr/>
        </p:nvPicPr>
        <p:blipFill>
          <a:blip r:embed="rId3">
            <a:alphaModFix/>
          </a:blip>
          <a:stretch>
            <a:fillRect/>
          </a:stretch>
        </p:blipFill>
        <p:spPr>
          <a:xfrm>
            <a:off x="3654925" y="2571755"/>
            <a:ext cx="1650250" cy="16502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1558</Words>
  <Application>Microsoft Office PowerPoint</Application>
  <PresentationFormat>On-screen Show (16:9)</PresentationFormat>
  <Paragraphs>144</Paragraphs>
  <Slides>11</Slides>
  <Notes>11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11</vt:i4>
      </vt:variant>
    </vt:vector>
  </HeadingPairs>
  <TitlesOfParts>
    <vt:vector size="23" baseType="lpstr">
      <vt:lpstr>IBM Plex Sans Medium</vt:lpstr>
      <vt:lpstr>Sora Medium</vt:lpstr>
      <vt:lpstr>Sora SemiBold</vt:lpstr>
      <vt:lpstr>IBM Plex Sans SemiBold</vt:lpstr>
      <vt:lpstr>Sora</vt:lpstr>
      <vt:lpstr>Roboto</vt:lpstr>
      <vt:lpstr>Arial</vt:lpstr>
      <vt:lpstr>IBM Plex Sans</vt:lpstr>
      <vt:lpstr>Sora Light</vt:lpstr>
      <vt:lpstr>Sora ExtraLight</vt:lpstr>
      <vt:lpstr>Simple Light</vt:lpstr>
      <vt:lpstr>GEOMETRIC OVERLAYS</vt:lpstr>
      <vt:lpstr>MIPS Simulator</vt:lpstr>
      <vt:lpstr>What is MIPS?</vt:lpstr>
      <vt:lpstr>Project Overview</vt:lpstr>
      <vt:lpstr>INSTRUCTION MEMORY CONTROL DECODER ALU PIPELINE REGISTER FILE STAGES DATA MEMORY OUTPUT </vt:lpstr>
      <vt:lpstr>Instruction Cycle</vt:lpstr>
      <vt:lpstr>Instruction Formats</vt:lpstr>
      <vt:lpstr>Demo Time!</vt:lpstr>
      <vt:lpstr>Expected Results</vt:lpstr>
      <vt:lpstr>What can we improve on?</vt:lpstr>
      <vt:lpstr>Q&amp;A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Savannah Bundick</cp:lastModifiedBy>
  <cp:revision>2</cp:revision>
  <dcterms:modified xsi:type="dcterms:W3CDTF">2026-04-23T14:11:21Z</dcterms:modified>
</cp:coreProperties>
</file>